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267" r:id="rId5"/>
    <p:sldId id="2147483635" r:id="rId16"/>
    <p:sldId id="2147483636" r:id="rId17"/>
    <p:sldId id="2147483637" r:id="rId18"/>
    <p:sldId id="2147483638" r:id="rId19"/>
    <p:sldId id="2147483639" r:id="rId20"/>
    <p:sldId id="2147483640" r:id="rId21"/>
    <p:sldId id="2147483641" r:id="rId22"/>
    <p:sldId id="2147483642" r:id="rId23"/>
    <p:sldId id="2147483643" r:id="rId24"/>
    <p:sldId id="259" r:id="rId7"/>
  </p:sldIdLst>
  <p:sldSz cx="12192000" cy="6858000"/>
  <p:notesSz cx="6735763" cy="9866313"/>
  <p:custDataLst>
    <p:tags r:id="rId9"/>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0597EB45-4828-40CD-BE31-76F4856760C8}">
          <p14:sldIdLst>
            <p14:sldId id="267"/>
            <p14:sldId id="2147483634"/>
            <p14:sldId id="259"/>
          </p14:sldIdLst>
        </p14:section>
      </p14:sectionLst>
    </p:ext>
    <p:ext uri="{EFAFB233-063F-42B5-8137-9DF3F51BA10A}">
      <p15:sldGuideLst xmlns:p15="http://schemas.microsoft.com/office/powerpoint/2012/main">
        <p15:guide id="10" pos="7468" userDrawn="1">
          <p15:clr>
            <a:srgbClr val="A4A3A4"/>
          </p15:clr>
        </p15:guide>
        <p15:guide id="15" pos="348" userDrawn="1">
          <p15:clr>
            <a:srgbClr val="A4A3A4"/>
          </p15:clr>
        </p15:guide>
        <p15:guide id="16" pos="7333" userDrawn="1">
          <p15:clr>
            <a:srgbClr val="A4A3A4"/>
          </p15:clr>
        </p15:guide>
        <p15:guide id="17" orient="horz" pos="1253" userDrawn="1">
          <p15:clr>
            <a:srgbClr val="A4A3A4"/>
          </p15:clr>
        </p15:guide>
        <p15:guide id="18" pos="2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E9E5DD"/>
    <a:srgbClr val="DED8CC"/>
    <a:srgbClr val="F4F2EE"/>
    <a:srgbClr val="BFBFBF"/>
    <a:srgbClr val="F2F2F2"/>
    <a:srgbClr val="D6E0FF"/>
    <a:srgbClr val="E0D5C5"/>
    <a:srgbClr val="87998D"/>
    <a:srgbClr val="819F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4D0F6-5C00-41E5-8534-B3A409AD5670}" v="3" dt="2026-07-15T23:46:39.94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31" autoAdjust="0"/>
    <p:restoredTop sz="85997" autoAdjust="0"/>
  </p:normalViewPr>
  <p:slideViewPr>
    <p:cSldViewPr snapToGrid="0">
      <p:cViewPr varScale="1">
        <p:scale>
          <a:sx n="74" d="100"/>
          <a:sy n="74" d="100"/>
        </p:scale>
        <p:origin x="1195" y="77"/>
      </p:cViewPr>
      <p:guideLst>
        <p:guide pos="7468"/>
        <p:guide pos="348"/>
        <p:guide pos="7333"/>
        <p:guide orient="horz" pos="1253"/>
        <p:guide pos="212"/>
      </p:guideLst>
    </p:cSldViewPr>
  </p:slideViewPr>
  <p:notesTextViewPr>
    <p:cViewPr>
      <p:scale>
        <a:sx n="1" d="1"/>
        <a:sy n="1" d="1"/>
      </p:scale>
      <p:origin x="0" y="0"/>
    </p:cViewPr>
  </p:notesTextViewPr>
  <p:sorterViewPr>
    <p:cViewPr>
      <p:scale>
        <a:sx n="110" d="100"/>
        <a:sy n="110" d="100"/>
      </p:scale>
      <p:origin x="0" y="-629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tags" Target="tags/tag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4CC5436D-903D-401F-B524-F281C4FB39F2}" type="datetimeFigureOut">
              <a:rPr kumimoji="1" lang="ja-JP" altLang="en-US" smtClean="0"/>
              <a:t>2026/7/16</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r>
              <a:rPr lang="ja-JP" altLang="en-US"/>
              <a:t>い</a:t>
            </a:r>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885FDED2-D066-4D3C-9CFB-190A1941BBB7}" type="slidenum">
              <a:rPr kumimoji="1" lang="ja-JP" altLang="en-US" smtClean="0"/>
              <a:t>‹#›</a:t>
            </a:fld>
            <a:endParaRPr kumimoji="1" lang="ja-JP" altLang="en-US"/>
          </a:p>
        </p:txBody>
      </p:sp>
    </p:spTree>
    <p:extLst>
      <p:ext uri="{BB962C8B-B14F-4D97-AF65-F5344CB8AC3E}">
        <p14:creationId xmlns:p14="http://schemas.microsoft.com/office/powerpoint/2010/main" val="7094942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07" userDrawn="1">
          <p15:clr>
            <a:srgbClr val="F26B43"/>
          </p15:clr>
        </p15:guide>
        <p15:guide id="2" pos="2121"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5D790-01F5-CD24-33CE-DEA74ED1F96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EF39D5-C625-E937-E094-04AF3F9819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7D0A9D-D9DD-7BCD-2D9A-21B4F7FDF0C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DBB9AF9-B458-8C53-96BB-E31A2AFFC3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E2CBC5-E0E0-4E26-ADAD-E7AC4C3109F6}"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346809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
    <p:bg>
      <p:bgPr>
        <a:solidFill>
          <a:srgbClr val="F0EBE3"/>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DE3F14F-34C2-6544-852E-1E14BEB3F98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39266" name="Rectangle 2"/>
          <p:cNvSpPr>
            <a:spLocks noGrp="1" noChangeArrowheads="1"/>
          </p:cNvSpPr>
          <p:nvPr>
            <p:ph type="ctrTitle" hasCustomPrompt="1"/>
          </p:nvPr>
        </p:nvSpPr>
        <p:spPr bwMode="auto">
          <a:xfrm>
            <a:off x="1344294" y="1649507"/>
            <a:ext cx="4751705" cy="205320"/>
          </a:xfrm>
          <a:prstGeom prst="rect">
            <a:avLst/>
          </a:prstGeom>
        </p:spPr>
        <p:txBody>
          <a:bodyPr lIns="0" tIns="0" rIns="0" bIns="0" anchor="ctr" anchorCtr="0"/>
          <a:lstStyle>
            <a:lvl1pPr algn="l">
              <a:lnSpc>
                <a:spcPct val="100000"/>
              </a:lnSpc>
              <a:defRPr sz="2000" baseline="0">
                <a:solidFill>
                  <a:schemeClr val="tx1"/>
                </a:solidFill>
                <a:latin typeface="Segoe UI" panose="020B0502040204020203" pitchFamily="34" charset="0"/>
                <a:ea typeface="游ゴシック" panose="020B0400000000000000" pitchFamily="50" charset="-128"/>
              </a:defRPr>
            </a:lvl1pPr>
          </a:lstStyle>
          <a:p>
            <a:pPr lvl="0"/>
            <a:r>
              <a:rPr lang="ja-JP" altLang="en-US" noProof="0"/>
              <a:t>タイトルを入力して下さい</a:t>
            </a:r>
            <a:endParaRPr lang="ja-JP" altLang="ja-JP" noProof="0"/>
          </a:p>
        </p:txBody>
      </p:sp>
      <p:sp>
        <p:nvSpPr>
          <p:cNvPr id="139267" name="Rectangle 3"/>
          <p:cNvSpPr>
            <a:spLocks noGrp="1" noChangeArrowheads="1"/>
          </p:cNvSpPr>
          <p:nvPr>
            <p:ph type="subTitle" idx="1" hasCustomPrompt="1"/>
          </p:nvPr>
        </p:nvSpPr>
        <p:spPr>
          <a:xfrm>
            <a:off x="1344295" y="2083079"/>
            <a:ext cx="4751705" cy="205320"/>
          </a:xfrm>
          <a:prstGeom prst="rect">
            <a:avLst/>
          </a:prstGeom>
        </p:spPr>
        <p:txBody>
          <a:bodyPr lIns="0" tIns="0" rIns="0" bIns="0" anchor="ctr" anchorCtr="0"/>
          <a:lstStyle>
            <a:lvl1pPr marL="0" indent="0" algn="l">
              <a:lnSpc>
                <a:spcPct val="83000"/>
              </a:lnSpc>
              <a:defRPr sz="1650" b="0" i="0" baseline="0">
                <a:solidFill>
                  <a:schemeClr val="tx1"/>
                </a:solidFill>
                <a:latin typeface="Segoe UI" panose="020B0502040204020203" pitchFamily="34" charset="0"/>
                <a:ea typeface="游ゴシック Medium" panose="020B0500000000000000" pitchFamily="50" charset="-128"/>
              </a:defRPr>
            </a:lvl1pPr>
          </a:lstStyle>
          <a:p>
            <a:pPr lvl="0"/>
            <a:r>
              <a:rPr lang="ja-JP" altLang="en-US" noProof="0"/>
              <a:t>サブタイトルを入力して下さい</a:t>
            </a:r>
            <a:endParaRPr lang="ja-JP" altLang="ja-JP" noProof="0"/>
          </a:p>
        </p:txBody>
      </p:sp>
      <p:sp>
        <p:nvSpPr>
          <p:cNvPr id="19" name="正方形/長方形 18">
            <a:extLst>
              <a:ext uri="{FF2B5EF4-FFF2-40B4-BE49-F238E27FC236}">
                <a16:creationId xmlns:a16="http://schemas.microsoft.com/office/drawing/2014/main" id="{2B764280-3327-6B4E-89B4-4028B38942B3}"/>
              </a:ext>
            </a:extLst>
          </p:cNvPr>
          <p:cNvSpPr/>
          <p:nvPr userDrawn="1"/>
        </p:nvSpPr>
        <p:spPr bwMode="auto">
          <a:xfrm>
            <a:off x="1067038" y="1616849"/>
            <a:ext cx="45719" cy="1259701"/>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8" name="グループ化 7">
            <a:extLst>
              <a:ext uri="{FF2B5EF4-FFF2-40B4-BE49-F238E27FC236}">
                <a16:creationId xmlns:a16="http://schemas.microsoft.com/office/drawing/2014/main" id="{985725C2-FCD8-42F1-A36E-D8A1B1899F5A}"/>
              </a:ext>
            </a:extLst>
          </p:cNvPr>
          <p:cNvGrpSpPr/>
          <p:nvPr userDrawn="1"/>
        </p:nvGrpSpPr>
        <p:grpSpPr>
          <a:xfrm>
            <a:off x="9690416" y="5653004"/>
            <a:ext cx="2031692" cy="836697"/>
            <a:chOff x="9690416" y="5653004"/>
            <a:chExt cx="2031692" cy="836697"/>
          </a:xfrm>
        </p:grpSpPr>
        <p:pic>
          <p:nvPicPr>
            <p:cNvPr id="11" name="図 10">
              <a:extLst>
                <a:ext uri="{FF2B5EF4-FFF2-40B4-BE49-F238E27FC236}">
                  <a16:creationId xmlns:a16="http://schemas.microsoft.com/office/drawing/2014/main" id="{86EBCEA7-FFD1-4DCB-9833-886DE1A84E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90416" y="5653004"/>
              <a:ext cx="2026612" cy="479180"/>
            </a:xfrm>
            <a:prstGeom prst="rect">
              <a:avLst/>
            </a:prstGeom>
          </p:spPr>
        </p:pic>
        <p:pic>
          <p:nvPicPr>
            <p:cNvPr id="12" name="図 11">
              <a:extLst>
                <a:ext uri="{FF2B5EF4-FFF2-40B4-BE49-F238E27FC236}">
                  <a16:creationId xmlns:a16="http://schemas.microsoft.com/office/drawing/2014/main" id="{EC812060-2BED-432E-A3D0-94CAAD364D9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5496" y="6275255"/>
              <a:ext cx="2026612" cy="214446"/>
            </a:xfrm>
            <a:prstGeom prst="rect">
              <a:avLst/>
            </a:prstGeom>
          </p:spPr>
        </p:pic>
      </p:grpSp>
    </p:spTree>
    <p:extLst>
      <p:ext uri="{BB962C8B-B14F-4D97-AF65-F5344CB8AC3E}">
        <p14:creationId xmlns:p14="http://schemas.microsoft.com/office/powerpoint/2010/main" val="3031208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bg bwMode="blackGray">
      <p:bgPr>
        <a:solidFill>
          <a:srgbClr val="FFFFFF"/>
        </a:solidFill>
        <a:effectLst/>
      </p:bgPr>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DFAAC7C-515B-4B4B-BDA7-C1794BA767B5}"/>
              </a:ext>
            </a:extLst>
          </p:cNvPr>
          <p:cNvGraphicFramePr>
            <a:graphicFrameLocks noChangeAspect="1"/>
          </p:cNvGraphicFramePr>
          <p:nvPr userDrawn="1">
            <p:custDataLst>
              <p:tags r:id="rId1"/>
            </p:custDataLst>
            <p:extLst>
              <p:ext uri="{D42A27DB-BD31-4B8C-83A1-F6EECF244321}">
                <p14:modId xmlns:p14="http://schemas.microsoft.com/office/powerpoint/2010/main" val="61777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81" imgH="381" progId="TCLayout.ActiveDocument.1">
                  <p:embed/>
                </p:oleObj>
              </mc:Choice>
              <mc:Fallback>
                <p:oleObj name="think-cellスライド" r:id="rId3" imgW="381" imgH="381" progId="TCLayout.ActiveDocument.1">
                  <p:embed/>
                  <p:pic>
                    <p:nvPicPr>
                      <p:cNvPr id="6" name="オブジェクト 5" hidden="1">
                        <a:extLst>
                          <a:ext uri="{FF2B5EF4-FFF2-40B4-BE49-F238E27FC236}">
                            <a16:creationId xmlns:a16="http://schemas.microsoft.com/office/drawing/2014/main" id="{FDFAAC7C-515B-4B4B-BDA7-C1794BA767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AFC1A82B-D38C-B340-856A-7E05371FCB6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0" y="0"/>
            <a:ext cx="12192000" cy="1371600"/>
          </a:xfrm>
          <a:prstGeom prst="rect">
            <a:avLst/>
          </a:prstGeom>
        </p:spPr>
      </p:pic>
      <p:sp>
        <p:nvSpPr>
          <p:cNvPr id="4" name="正方形/長方形 3">
            <a:extLst>
              <a:ext uri="{FF2B5EF4-FFF2-40B4-BE49-F238E27FC236}">
                <a16:creationId xmlns:a16="http://schemas.microsoft.com/office/drawing/2014/main" id="{5D9ED153-B006-F74D-980E-64C53313540E}"/>
              </a:ext>
            </a:extLst>
          </p:cNvPr>
          <p:cNvSpPr/>
          <p:nvPr userDrawn="1"/>
        </p:nvSpPr>
        <p:spPr bwMode="auto">
          <a:xfrm>
            <a:off x="0" y="6554792"/>
            <a:ext cx="12192000" cy="305076"/>
          </a:xfrm>
          <a:prstGeom prst="rect">
            <a:avLst/>
          </a:prstGeom>
          <a:solidFill>
            <a:schemeClr val="tx1"/>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Rectangle 3">
            <a:extLst>
              <a:ext uri="{FF2B5EF4-FFF2-40B4-BE49-F238E27FC236}">
                <a16:creationId xmlns:a16="http://schemas.microsoft.com/office/drawing/2014/main" id="{163BD6B8-5A89-F34E-9290-D1B7621492F2}"/>
              </a:ext>
            </a:extLst>
          </p:cNvPr>
          <p:cNvSpPr>
            <a:spLocks noGrp="1" noChangeArrowheads="1"/>
          </p:cNvSpPr>
          <p:nvPr>
            <p:ph type="title" hasCustomPrompt="1"/>
          </p:nvPr>
        </p:nvSpPr>
        <p:spPr bwMode="gray">
          <a:xfrm>
            <a:off x="595036" y="104786"/>
            <a:ext cx="10079142" cy="55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solidFill>
                  <a:schemeClr val="tx1"/>
                </a:solidFill>
                <a:latin typeface="Segoe UI" panose="020B0502040204020203" pitchFamily="34" charset="0"/>
              </a:defRPr>
            </a:lvl1pPr>
          </a:lstStyle>
          <a:p>
            <a:pPr lvl="0"/>
            <a:r>
              <a:rPr lang="ja-JP" altLang="en-US"/>
              <a:t>ページタイトルを入力して下さい</a:t>
            </a:r>
            <a:br>
              <a:rPr lang="en-US" altLang="ja-JP"/>
            </a:br>
            <a:r>
              <a:rPr lang="en-US" altLang="ja-JP"/>
              <a:t>Click to edit page title</a:t>
            </a:r>
            <a:endParaRPr lang="ja-JP" altLang="ja-JP"/>
          </a:p>
        </p:txBody>
      </p:sp>
      <p:sp>
        <p:nvSpPr>
          <p:cNvPr id="12" name="正方形/長方形 11">
            <a:extLst>
              <a:ext uri="{FF2B5EF4-FFF2-40B4-BE49-F238E27FC236}">
                <a16:creationId xmlns:a16="http://schemas.microsoft.com/office/drawing/2014/main" id="{4EF2AA17-4971-204E-BB8D-226B4B370A32}"/>
              </a:ext>
            </a:extLst>
          </p:cNvPr>
          <p:cNvSpPr/>
          <p:nvPr userDrawn="1"/>
        </p:nvSpPr>
        <p:spPr bwMode="auto">
          <a:xfrm>
            <a:off x="380337" y="83867"/>
            <a:ext cx="72000" cy="576000"/>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D17C5232-3A91-E147-AF8A-FD29D3E4452E}"/>
              </a:ext>
            </a:extLst>
          </p:cNvPr>
          <p:cNvSpPr>
            <a:spLocks noGrp="1"/>
          </p:cNvSpPr>
          <p:nvPr>
            <p:ph idx="10" hasCustomPrompt="1"/>
          </p:nvPr>
        </p:nvSpPr>
        <p:spPr>
          <a:xfrm>
            <a:off x="609600" y="837655"/>
            <a:ext cx="10620000" cy="360000"/>
          </a:xfrm>
          <a:prstGeom prst="rect">
            <a:avLst/>
          </a:prstGeom>
        </p:spPr>
        <p:txBody>
          <a:bodyPr lIns="0" tIns="0" rIns="0" bIns="0"/>
          <a:lstStyle>
            <a:lvl1pPr>
              <a:defRPr lang="en-US" altLang="ja-JP" sz="1800">
                <a:latin typeface="Segoe UI" panose="020B0502040204020203" pitchFamily="34" charset="0"/>
                <a:ea typeface="游ゴシック Medium" panose="020B0500000000000000" pitchFamily="50" charset="-128"/>
              </a:defRPr>
            </a:lvl1pPr>
          </a:lstStyle>
          <a:p>
            <a:pPr marL="0" lvl="0" indent="0">
              <a:spcBef>
                <a:spcPts val="0"/>
              </a:spcBef>
            </a:pPr>
            <a:r>
              <a:rPr lang="ja-JP" altLang="en-US"/>
              <a:t>テキストを編集 </a:t>
            </a:r>
            <a:r>
              <a:rPr lang="en-US" altLang="ja-JP"/>
              <a:t>Click to edit Master text styles</a:t>
            </a:r>
          </a:p>
        </p:txBody>
      </p:sp>
      <p:sp>
        <p:nvSpPr>
          <p:cNvPr id="14" name="Text Box 7">
            <a:extLst>
              <a:ext uri="{FF2B5EF4-FFF2-40B4-BE49-F238E27FC236}">
                <a16:creationId xmlns:a16="http://schemas.microsoft.com/office/drawing/2014/main" id="{435F7189-F3B5-944C-8B27-D0A86A22D4E8}"/>
              </a:ext>
            </a:extLst>
          </p:cNvPr>
          <p:cNvSpPr txBox="1">
            <a:spLocks noChangeArrowheads="1"/>
          </p:cNvSpPr>
          <p:nvPr userDrawn="1"/>
        </p:nvSpPr>
        <p:spPr bwMode="auto">
          <a:xfrm>
            <a:off x="10192407" y="6658913"/>
            <a:ext cx="1999593"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1000" b="0" i="0" spc="30" baseline="0" dirty="0">
                <a:solidFill>
                  <a:srgbClr val="F1EBE3"/>
                </a:solidFill>
                <a:latin typeface="Segoe UI" panose="020B0502040204020203" pitchFamily="34" charset="0"/>
                <a:ea typeface="Tazugane Gothic StdN Book" panose="020B0603020203020204" pitchFamily="34" charset="-128"/>
                <a:cs typeface="Meiryo UI" panose="020B0604030504040204" pitchFamily="50" charset="-128"/>
              </a:rPr>
              <a:t>©︎2026 ABeam Consulting Ltd.</a:t>
            </a:r>
            <a:endPar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endParaRPr>
          </a:p>
        </p:txBody>
      </p:sp>
      <p:sp>
        <p:nvSpPr>
          <p:cNvPr id="15" name="Text Box 7">
            <a:extLst>
              <a:ext uri="{FF2B5EF4-FFF2-40B4-BE49-F238E27FC236}">
                <a16:creationId xmlns:a16="http://schemas.microsoft.com/office/drawing/2014/main" id="{03A9F2DA-1464-E246-B5E1-E77359608E84}"/>
              </a:ext>
            </a:extLst>
          </p:cNvPr>
          <p:cNvSpPr txBox="1">
            <a:spLocks noChangeArrowheads="1"/>
          </p:cNvSpPr>
          <p:nvPr userDrawn="1"/>
        </p:nvSpPr>
        <p:spPr bwMode="auto">
          <a:xfrm>
            <a:off x="9214946" y="6658913"/>
            <a:ext cx="882068" cy="12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a:lnSpc>
                <a:spcPct val="80000"/>
              </a:lnSpc>
              <a:spcBef>
                <a:spcPct val="0"/>
              </a:spcBef>
            </a:pPr>
            <a:r>
              <a:rPr lang="en-US" altLang="ja-JP" sz="1000" b="0" i="0" spc="80" baseline="0" dirty="0">
                <a:solidFill>
                  <a:srgbClr val="FFFFFF"/>
                </a:solidFill>
                <a:latin typeface="Segoe UI" panose="020B0502040204020203" pitchFamily="34" charset="0"/>
                <a:ea typeface="Meiryo UI" panose="020B0604030504040204" pitchFamily="50" charset="-128"/>
                <a:cs typeface="Meiryo UI" panose="020B0604030504040204" pitchFamily="50" charset="-128"/>
              </a:rPr>
              <a:t>confidential</a:t>
            </a:r>
            <a:endParaRPr lang="ja-JP" altLang="en-US"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endParaRPr>
          </a:p>
        </p:txBody>
      </p:sp>
      <p:sp>
        <p:nvSpPr>
          <p:cNvPr id="11" name="タイトル 1">
            <a:extLst>
              <a:ext uri="{FF2B5EF4-FFF2-40B4-BE49-F238E27FC236}">
                <a16:creationId xmlns:a16="http://schemas.microsoft.com/office/drawing/2014/main" id="{25F26C02-72C8-4DB9-A080-952E4C0FA6D9}"/>
              </a:ext>
            </a:extLst>
          </p:cNvPr>
          <p:cNvSpPr txBox="1">
            <a:spLocks/>
          </p:cNvSpPr>
          <p:nvPr userDrawn="1"/>
        </p:nvSpPr>
        <p:spPr>
          <a:xfrm>
            <a:off x="609600" y="236221"/>
            <a:ext cx="10972800" cy="445247"/>
          </a:xfrm>
          <a:prstGeom prst="rect">
            <a:avLst/>
          </a:prstGeom>
        </p:spPr>
        <p:txBody>
          <a:bodyPr/>
          <a:lstStyle>
            <a:lvl1pPr algn="l" rtl="0" fontAlgn="base">
              <a:lnSpc>
                <a:spcPct val="100000"/>
              </a:lnSpc>
              <a:spcBef>
                <a:spcPct val="0"/>
              </a:spcBef>
              <a:spcAft>
                <a:spcPct val="0"/>
              </a:spcAft>
              <a:defRPr sz="2000" b="1" i="0" baseline="0">
                <a:solidFill>
                  <a:schemeClr val="tx1"/>
                </a:solidFill>
                <a:latin typeface="Yu Gothic" panose="020B0400000000000000" pitchFamily="34" charset="-128"/>
                <a:ea typeface="Yu Gothic" panose="020B0400000000000000" pitchFamily="34" charset="-128"/>
                <a:cs typeface="+mj-cs"/>
              </a:defRPr>
            </a:lvl1pPr>
            <a:lvl2pPr algn="l" rtl="0" fontAlgn="base">
              <a:spcBef>
                <a:spcPct val="0"/>
              </a:spcBef>
              <a:spcAft>
                <a:spcPct val="0"/>
              </a:spcAft>
              <a:defRPr sz="2400">
                <a:solidFill>
                  <a:schemeClr val="tx2"/>
                </a:solidFill>
                <a:latin typeface="Arial" charset="0"/>
                <a:ea typeface="ＭＳ Ｐゴシック" pitchFamily="50" charset="-128"/>
              </a:defRPr>
            </a:lvl2pPr>
            <a:lvl3pPr algn="l" rtl="0" fontAlgn="base">
              <a:spcBef>
                <a:spcPct val="0"/>
              </a:spcBef>
              <a:spcAft>
                <a:spcPct val="0"/>
              </a:spcAft>
              <a:defRPr sz="2400">
                <a:solidFill>
                  <a:schemeClr val="tx2"/>
                </a:solidFill>
                <a:latin typeface="Arial" charset="0"/>
                <a:ea typeface="ＭＳ Ｐゴシック" pitchFamily="50" charset="-128"/>
              </a:defRPr>
            </a:lvl3pPr>
            <a:lvl4pPr algn="l" rtl="0" fontAlgn="base">
              <a:spcBef>
                <a:spcPct val="0"/>
              </a:spcBef>
              <a:spcAft>
                <a:spcPct val="0"/>
              </a:spcAft>
              <a:defRPr sz="2400">
                <a:solidFill>
                  <a:schemeClr val="tx2"/>
                </a:solidFill>
                <a:latin typeface="Arial" charset="0"/>
                <a:ea typeface="ＭＳ Ｐゴシック" pitchFamily="50" charset="-128"/>
              </a:defRPr>
            </a:lvl4pPr>
            <a:lvl5pPr algn="l" rtl="0" fontAlgn="base">
              <a:spcBef>
                <a:spcPct val="0"/>
              </a:spcBef>
              <a:spcAft>
                <a:spcPct val="0"/>
              </a:spcAft>
              <a:defRPr sz="2400">
                <a:solidFill>
                  <a:schemeClr val="tx2"/>
                </a:solidFill>
                <a:latin typeface="Arial" charset="0"/>
                <a:ea typeface="ＭＳ Ｐゴシック" pitchFamily="50" charset="-128"/>
              </a:defRPr>
            </a:lvl5pPr>
            <a:lvl6pPr marL="457200" algn="l" rtl="0" fontAlgn="base">
              <a:spcBef>
                <a:spcPct val="0"/>
              </a:spcBef>
              <a:spcAft>
                <a:spcPct val="0"/>
              </a:spcAft>
              <a:defRPr sz="2400">
                <a:solidFill>
                  <a:schemeClr val="tx2"/>
                </a:solidFill>
                <a:latin typeface="Arial" charset="0"/>
                <a:ea typeface="ＭＳ Ｐゴシック" pitchFamily="50" charset="-128"/>
              </a:defRPr>
            </a:lvl6pPr>
            <a:lvl7pPr marL="914400" algn="l" rtl="0" fontAlgn="base">
              <a:spcBef>
                <a:spcPct val="0"/>
              </a:spcBef>
              <a:spcAft>
                <a:spcPct val="0"/>
              </a:spcAft>
              <a:defRPr sz="2400">
                <a:solidFill>
                  <a:schemeClr val="tx2"/>
                </a:solidFill>
                <a:latin typeface="Arial" charset="0"/>
                <a:ea typeface="ＭＳ Ｐゴシック" pitchFamily="50" charset="-128"/>
              </a:defRPr>
            </a:lvl7pPr>
            <a:lvl8pPr marL="1371600" algn="l" rtl="0" fontAlgn="base">
              <a:spcBef>
                <a:spcPct val="0"/>
              </a:spcBef>
              <a:spcAft>
                <a:spcPct val="0"/>
              </a:spcAft>
              <a:defRPr sz="2400">
                <a:solidFill>
                  <a:schemeClr val="tx2"/>
                </a:solidFill>
                <a:latin typeface="Arial" charset="0"/>
                <a:ea typeface="ＭＳ Ｐゴシック" pitchFamily="50" charset="-128"/>
              </a:defRPr>
            </a:lvl8pPr>
            <a:lvl9pPr marL="1828800" algn="l" rtl="0" fontAlgn="base">
              <a:spcBef>
                <a:spcPct val="0"/>
              </a:spcBef>
              <a:spcAft>
                <a:spcPct val="0"/>
              </a:spcAft>
              <a:defRPr sz="2400">
                <a:solidFill>
                  <a:schemeClr val="tx2"/>
                </a:solidFill>
                <a:latin typeface="Arial" charset="0"/>
                <a:ea typeface="ＭＳ Ｐゴシック" pitchFamily="50" charset="-128"/>
              </a:defRPr>
            </a:lvl9pPr>
          </a:lstStyle>
          <a:p>
            <a:pPr eaLnBrk="1" hangingPunct="1"/>
            <a:endParaRPr kumimoji="1" lang="ja-JP" altLang="en-US" kern="0"/>
          </a:p>
        </p:txBody>
      </p:sp>
      <p:sp>
        <p:nvSpPr>
          <p:cNvPr id="17" name="Rectangle 5">
            <a:extLst>
              <a:ext uri="{FF2B5EF4-FFF2-40B4-BE49-F238E27FC236}">
                <a16:creationId xmlns:a16="http://schemas.microsoft.com/office/drawing/2014/main" id="{3BAEFE9A-E04E-4B7D-A7DD-5C3D62A52ADF}"/>
              </a:ext>
            </a:extLst>
          </p:cNvPr>
          <p:cNvSpPr txBox="1">
            <a:spLocks noChangeArrowheads="1"/>
          </p:cNvSpPr>
          <p:nvPr userDrawn="1"/>
        </p:nvSpPr>
        <p:spPr bwMode="auto">
          <a:xfrm>
            <a:off x="288000" y="6630382"/>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algn="l" rtl="0" eaLnBrk="0" fontAlgn="base" hangingPunct="0">
              <a:lnSpc>
                <a:spcPct val="100000"/>
              </a:lnSpc>
              <a:spcBef>
                <a:spcPct val="0"/>
              </a:spcBef>
              <a:spcAft>
                <a:spcPct val="0"/>
              </a:spcAft>
              <a:defRPr sz="9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4572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2pPr>
            <a:lvl3pPr marL="9144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3pPr>
            <a:lvl4pPr marL="13716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4pPr>
            <a:lvl5pPr marL="18288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5pPr>
            <a:lvl6pPr marL="2286000" algn="l" defTabSz="914400" rtl="0" eaLnBrk="1" latinLnBrk="0" hangingPunct="1">
              <a:defRPr sz="1400" kern="1200">
                <a:solidFill>
                  <a:schemeClr val="tx1"/>
                </a:solidFill>
                <a:latin typeface="Arial" charset="0"/>
                <a:ea typeface="ＭＳ Ｐゴシック" pitchFamily="50" charset="-128"/>
                <a:cs typeface="+mn-cs"/>
              </a:defRPr>
            </a:lvl6pPr>
            <a:lvl7pPr marL="2743200" algn="l" defTabSz="914400" rtl="0" eaLnBrk="1" latinLnBrk="0" hangingPunct="1">
              <a:defRPr sz="1400" kern="1200">
                <a:solidFill>
                  <a:schemeClr val="tx1"/>
                </a:solidFill>
                <a:latin typeface="Arial" charset="0"/>
                <a:ea typeface="ＭＳ Ｐゴシック" pitchFamily="50" charset="-128"/>
                <a:cs typeface="+mn-cs"/>
              </a:defRPr>
            </a:lvl7pPr>
            <a:lvl8pPr marL="3200400" algn="l" defTabSz="914400" rtl="0" eaLnBrk="1" latinLnBrk="0" hangingPunct="1">
              <a:defRPr sz="1400" kern="1200">
                <a:solidFill>
                  <a:schemeClr val="tx1"/>
                </a:solidFill>
                <a:latin typeface="Arial" charset="0"/>
                <a:ea typeface="ＭＳ Ｐゴシック" pitchFamily="50" charset="-128"/>
                <a:cs typeface="+mn-cs"/>
              </a:defRPr>
            </a:lvl8pPr>
            <a:lvl9pPr marL="3657600" algn="l" defTabSz="914400" rtl="0" eaLnBrk="1" latinLnBrk="0" hangingPunct="1">
              <a:defRPr sz="1400" kern="1200">
                <a:solidFill>
                  <a:schemeClr val="tx1"/>
                </a:solidFill>
                <a:latin typeface="Arial" charset="0"/>
                <a:ea typeface="ＭＳ Ｐゴシック" pitchFamily="50" charset="-128"/>
                <a:cs typeface="+mn-cs"/>
              </a:defRPr>
            </a:lvl9pPr>
          </a:lstStyle>
          <a:p>
            <a:fld id="{53E59A0F-BB7A-4FFB-A1BA-8908693D5CBD}" type="slidenum">
              <a:rPr lang="ja-JP" altLang="en-US" sz="1100" b="0" i="0" baseline="0" smtClean="0">
                <a:solidFill>
                  <a:srgbClr val="FFFFFF"/>
                </a:solidFill>
                <a:latin typeface="+mn-ea"/>
                <a:ea typeface="+mn-ea"/>
              </a:rPr>
              <a:pPr/>
              <a:t>‹#›</a:t>
            </a:fld>
            <a:endParaRPr lang="en-US" altLang="ja-JP" sz="1100" b="0" i="0" baseline="0" dirty="0">
              <a:solidFill>
                <a:srgbClr val="FFFFFF"/>
              </a:solidFill>
              <a:latin typeface="+mn-ea"/>
              <a:ea typeface="+mn-ea"/>
            </a:endParaRPr>
          </a:p>
        </p:txBody>
      </p:sp>
      <p:sp>
        <p:nvSpPr>
          <p:cNvPr id="3" name="テキスト プレースホルダー 2">
            <a:extLst>
              <a:ext uri="{FF2B5EF4-FFF2-40B4-BE49-F238E27FC236}">
                <a16:creationId xmlns:a16="http://schemas.microsoft.com/office/drawing/2014/main" id="{428217C3-C340-426F-BAFD-88C68C15CF11}"/>
              </a:ext>
            </a:extLst>
          </p:cNvPr>
          <p:cNvSpPr>
            <a:spLocks noGrp="1"/>
          </p:cNvSpPr>
          <p:nvPr>
            <p:ph type="body" sz="quarter" idx="11" hasCustomPrompt="1"/>
          </p:nvPr>
        </p:nvSpPr>
        <p:spPr>
          <a:xfrm>
            <a:off x="288000" y="6336000"/>
            <a:ext cx="720000" cy="180000"/>
          </a:xfrm>
          <a:prstGeom prst="rect">
            <a:avLst/>
          </a:prstGeom>
        </p:spPr>
        <p:txBody>
          <a:bodyPr wrap="none" lIns="0" tIns="0" rIns="0" bIns="0" anchor="b"/>
          <a:lstStyle>
            <a:lvl1pPr marL="0" indent="0" algn="l">
              <a:spcBef>
                <a:spcPts val="0"/>
              </a:spcBef>
              <a:defRPr sz="1000"/>
            </a:lvl1pPr>
          </a:lstStyle>
          <a:p>
            <a:pPr lvl="0"/>
            <a:r>
              <a:rPr kumimoji="1" lang="ja-JP" altLang="en-US"/>
              <a:t>出所：</a:t>
            </a:r>
          </a:p>
        </p:txBody>
      </p:sp>
    </p:spTree>
    <p:extLst>
      <p:ext uri="{BB962C8B-B14F-4D97-AF65-F5344CB8AC3E}">
        <p14:creationId xmlns:p14="http://schemas.microsoft.com/office/powerpoint/2010/main" val="2754458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テキストボックス用マスタ">
    <p:bg>
      <p:bgPr>
        <a:solidFill>
          <a:srgbClr val="FFFFFF"/>
        </a:solidFill>
        <a:effectLst/>
      </p:bgPr>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DFAAC7C-515B-4B4B-BDA7-C1794BA767B5}"/>
              </a:ext>
            </a:extLst>
          </p:cNvPr>
          <p:cNvGraphicFramePr>
            <a:graphicFrameLocks noChangeAspect="1"/>
          </p:cNvGraphicFramePr>
          <p:nvPr userDrawn="1">
            <p:custDataLst>
              <p:tags r:id="rId1"/>
            </p:custDataLst>
            <p:extLst>
              <p:ext uri="{D42A27DB-BD31-4B8C-83A1-F6EECF244321}">
                <p14:modId xmlns:p14="http://schemas.microsoft.com/office/powerpoint/2010/main" val="61777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81" imgH="381" progId="TCLayout.ActiveDocument.1">
                  <p:embed/>
                </p:oleObj>
              </mc:Choice>
              <mc:Fallback>
                <p:oleObj name="think-cellスライド" r:id="rId3" imgW="381" imgH="381" progId="TCLayout.ActiveDocument.1">
                  <p:embed/>
                  <p:pic>
                    <p:nvPicPr>
                      <p:cNvPr id="6" name="オブジェクト 5" hidden="1">
                        <a:extLst>
                          <a:ext uri="{FF2B5EF4-FFF2-40B4-BE49-F238E27FC236}">
                            <a16:creationId xmlns:a16="http://schemas.microsoft.com/office/drawing/2014/main" id="{FDFAAC7C-515B-4B4B-BDA7-C1794BA767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AFC1A82B-D38C-B340-856A-7E05371FCB6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0" y="0"/>
            <a:ext cx="12192000" cy="1371600"/>
          </a:xfrm>
          <a:prstGeom prst="rect">
            <a:avLst/>
          </a:prstGeom>
        </p:spPr>
      </p:pic>
      <p:sp>
        <p:nvSpPr>
          <p:cNvPr id="4" name="正方形/長方形 3">
            <a:extLst>
              <a:ext uri="{FF2B5EF4-FFF2-40B4-BE49-F238E27FC236}">
                <a16:creationId xmlns:a16="http://schemas.microsoft.com/office/drawing/2014/main" id="{5D9ED153-B006-F74D-980E-64C53313540E}"/>
              </a:ext>
            </a:extLst>
          </p:cNvPr>
          <p:cNvSpPr/>
          <p:nvPr userDrawn="1"/>
        </p:nvSpPr>
        <p:spPr bwMode="auto">
          <a:xfrm>
            <a:off x="0" y="6554792"/>
            <a:ext cx="12192000" cy="305076"/>
          </a:xfrm>
          <a:prstGeom prst="rect">
            <a:avLst/>
          </a:prstGeom>
          <a:solidFill>
            <a:schemeClr val="tx1"/>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Rectangle 3">
            <a:extLst>
              <a:ext uri="{FF2B5EF4-FFF2-40B4-BE49-F238E27FC236}">
                <a16:creationId xmlns:a16="http://schemas.microsoft.com/office/drawing/2014/main" id="{163BD6B8-5A89-F34E-9290-D1B7621492F2}"/>
              </a:ext>
            </a:extLst>
          </p:cNvPr>
          <p:cNvSpPr>
            <a:spLocks noGrp="1" noChangeArrowheads="1"/>
          </p:cNvSpPr>
          <p:nvPr>
            <p:ph type="title" hasCustomPrompt="1"/>
          </p:nvPr>
        </p:nvSpPr>
        <p:spPr bwMode="gray">
          <a:xfrm>
            <a:off x="595036" y="104786"/>
            <a:ext cx="10079142" cy="55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solidFill>
                  <a:schemeClr val="tx1"/>
                </a:solidFill>
                <a:latin typeface="Segoe UI" panose="020B0502040204020203" pitchFamily="34" charset="0"/>
              </a:defRPr>
            </a:lvl1pPr>
          </a:lstStyle>
          <a:p>
            <a:pPr lvl="0"/>
            <a:r>
              <a:rPr lang="ja-JP" altLang="en-US"/>
              <a:t>ページタイトルを入力して下さい</a:t>
            </a:r>
            <a:br>
              <a:rPr lang="en-US" altLang="ja-JP"/>
            </a:br>
            <a:r>
              <a:rPr lang="en-US" altLang="ja-JP"/>
              <a:t>Click to edit page title</a:t>
            </a:r>
            <a:endParaRPr lang="ja-JP" altLang="ja-JP"/>
          </a:p>
        </p:txBody>
      </p:sp>
      <p:sp>
        <p:nvSpPr>
          <p:cNvPr id="12" name="正方形/長方形 11">
            <a:extLst>
              <a:ext uri="{FF2B5EF4-FFF2-40B4-BE49-F238E27FC236}">
                <a16:creationId xmlns:a16="http://schemas.microsoft.com/office/drawing/2014/main" id="{4EF2AA17-4971-204E-BB8D-226B4B370A32}"/>
              </a:ext>
            </a:extLst>
          </p:cNvPr>
          <p:cNvSpPr/>
          <p:nvPr userDrawn="1"/>
        </p:nvSpPr>
        <p:spPr bwMode="auto">
          <a:xfrm>
            <a:off x="380337" y="83867"/>
            <a:ext cx="72000" cy="576000"/>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D17C5232-3A91-E147-AF8A-FD29D3E4452E}"/>
              </a:ext>
            </a:extLst>
          </p:cNvPr>
          <p:cNvSpPr>
            <a:spLocks noGrp="1"/>
          </p:cNvSpPr>
          <p:nvPr>
            <p:ph idx="10" hasCustomPrompt="1"/>
          </p:nvPr>
        </p:nvSpPr>
        <p:spPr>
          <a:xfrm>
            <a:off x="609600" y="837655"/>
            <a:ext cx="10620000" cy="360000"/>
          </a:xfrm>
          <a:prstGeom prst="rect">
            <a:avLst/>
          </a:prstGeom>
        </p:spPr>
        <p:txBody>
          <a:bodyPr lIns="0" tIns="0" rIns="0" bIns="0"/>
          <a:lstStyle>
            <a:lvl1pPr marL="0" indent="0">
              <a:lnSpc>
                <a:spcPct val="100000"/>
              </a:lnSpc>
              <a:spcBef>
                <a:spcPts val="0"/>
              </a:spcBef>
              <a:defRPr sz="1800" baseline="0">
                <a:solidFill>
                  <a:schemeClr val="tx1"/>
                </a:solidFill>
                <a:latin typeface="Segoe UI" panose="020B0502040204020203" pitchFamily="34" charset="0"/>
                <a:ea typeface="游ゴシック Medium" panose="020B0500000000000000" pitchFamily="50" charset="-128"/>
              </a:defRPr>
            </a:lvl1pPr>
            <a:lvl2pPr>
              <a:lnSpc>
                <a:spcPct val="100000"/>
              </a:lnSpc>
              <a:defRPr>
                <a:solidFill>
                  <a:schemeClr val="bg2"/>
                </a:solidFill>
              </a:defRPr>
            </a:lvl2pPr>
            <a:lvl3pPr>
              <a:lnSpc>
                <a:spcPct val="100000"/>
              </a:lnSpc>
              <a:defRPr>
                <a:solidFill>
                  <a:schemeClr val="bg2"/>
                </a:solidFill>
              </a:defRPr>
            </a:lvl3pPr>
          </a:lstStyle>
          <a:p>
            <a:pPr lvl="0"/>
            <a:r>
              <a:rPr lang="ja-JP" altLang="en-US"/>
              <a:t>テキストを編集 </a:t>
            </a:r>
            <a:r>
              <a:rPr lang="en-US" altLang="ja-JP"/>
              <a:t>Click to edit Master text styles</a:t>
            </a:r>
          </a:p>
        </p:txBody>
      </p:sp>
      <p:sp>
        <p:nvSpPr>
          <p:cNvPr id="14" name="Text Box 7">
            <a:extLst>
              <a:ext uri="{FF2B5EF4-FFF2-40B4-BE49-F238E27FC236}">
                <a16:creationId xmlns:a16="http://schemas.microsoft.com/office/drawing/2014/main" id="{435F7189-F3B5-944C-8B27-D0A86A22D4E8}"/>
              </a:ext>
            </a:extLst>
          </p:cNvPr>
          <p:cNvSpPr txBox="1">
            <a:spLocks noChangeArrowheads="1"/>
          </p:cNvSpPr>
          <p:nvPr userDrawn="1"/>
        </p:nvSpPr>
        <p:spPr bwMode="auto">
          <a:xfrm>
            <a:off x="10192407" y="6658913"/>
            <a:ext cx="1999593" cy="126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©︎2025 </a:t>
            </a:r>
            <a:r>
              <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アビーム</a:t>
            </a: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endParaRPr>
          </a:p>
        </p:txBody>
      </p:sp>
      <p:sp>
        <p:nvSpPr>
          <p:cNvPr id="15" name="Text Box 7">
            <a:extLst>
              <a:ext uri="{FF2B5EF4-FFF2-40B4-BE49-F238E27FC236}">
                <a16:creationId xmlns:a16="http://schemas.microsoft.com/office/drawing/2014/main" id="{03A9F2DA-1464-E246-B5E1-E77359608E84}"/>
              </a:ext>
            </a:extLst>
          </p:cNvPr>
          <p:cNvSpPr txBox="1">
            <a:spLocks noChangeArrowheads="1"/>
          </p:cNvSpPr>
          <p:nvPr userDrawn="1"/>
        </p:nvSpPr>
        <p:spPr bwMode="auto">
          <a:xfrm>
            <a:off x="9214946" y="6658913"/>
            <a:ext cx="882068" cy="12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a:lnSpc>
                <a:spcPct val="80000"/>
              </a:lnSpc>
              <a:spcBef>
                <a:spcPct val="0"/>
              </a:spcBef>
            </a:pPr>
            <a:r>
              <a:rPr lang="en-US" altLang="ja-JP" sz="1000" b="0" i="0" spc="80" baseline="0" dirty="0">
                <a:solidFill>
                  <a:srgbClr val="FFFFFF"/>
                </a:solidFill>
                <a:latin typeface="Segoe UI" panose="020B0502040204020203" pitchFamily="34" charset="0"/>
                <a:ea typeface="Meiryo UI" panose="020B0604030504040204" pitchFamily="50" charset="-128"/>
                <a:cs typeface="Meiryo UI" panose="020B0604030504040204" pitchFamily="50" charset="-128"/>
              </a:rPr>
              <a:t>confidential</a:t>
            </a:r>
            <a:endParaRPr lang="ja-JP" altLang="en-US"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endParaRPr>
          </a:p>
        </p:txBody>
      </p:sp>
      <p:sp>
        <p:nvSpPr>
          <p:cNvPr id="11" name="タイトル 1">
            <a:extLst>
              <a:ext uri="{FF2B5EF4-FFF2-40B4-BE49-F238E27FC236}">
                <a16:creationId xmlns:a16="http://schemas.microsoft.com/office/drawing/2014/main" id="{25F26C02-72C8-4DB9-A080-952E4C0FA6D9}"/>
              </a:ext>
            </a:extLst>
          </p:cNvPr>
          <p:cNvSpPr txBox="1">
            <a:spLocks/>
          </p:cNvSpPr>
          <p:nvPr userDrawn="1"/>
        </p:nvSpPr>
        <p:spPr>
          <a:xfrm>
            <a:off x="609600" y="236221"/>
            <a:ext cx="10972800" cy="445247"/>
          </a:xfrm>
          <a:prstGeom prst="rect">
            <a:avLst/>
          </a:prstGeom>
        </p:spPr>
        <p:txBody>
          <a:bodyPr/>
          <a:lstStyle>
            <a:lvl1pPr algn="l" rtl="0" fontAlgn="base">
              <a:lnSpc>
                <a:spcPct val="100000"/>
              </a:lnSpc>
              <a:spcBef>
                <a:spcPct val="0"/>
              </a:spcBef>
              <a:spcAft>
                <a:spcPct val="0"/>
              </a:spcAft>
              <a:defRPr sz="2000" b="1" i="0" baseline="0">
                <a:solidFill>
                  <a:schemeClr val="tx1"/>
                </a:solidFill>
                <a:latin typeface="Yu Gothic" panose="020B0400000000000000" pitchFamily="34" charset="-128"/>
                <a:ea typeface="Yu Gothic" panose="020B0400000000000000" pitchFamily="34" charset="-128"/>
                <a:cs typeface="+mj-cs"/>
              </a:defRPr>
            </a:lvl1pPr>
            <a:lvl2pPr algn="l" rtl="0" fontAlgn="base">
              <a:spcBef>
                <a:spcPct val="0"/>
              </a:spcBef>
              <a:spcAft>
                <a:spcPct val="0"/>
              </a:spcAft>
              <a:defRPr sz="2400">
                <a:solidFill>
                  <a:schemeClr val="tx2"/>
                </a:solidFill>
                <a:latin typeface="Arial" charset="0"/>
                <a:ea typeface="ＭＳ Ｐゴシック" pitchFamily="50" charset="-128"/>
              </a:defRPr>
            </a:lvl2pPr>
            <a:lvl3pPr algn="l" rtl="0" fontAlgn="base">
              <a:spcBef>
                <a:spcPct val="0"/>
              </a:spcBef>
              <a:spcAft>
                <a:spcPct val="0"/>
              </a:spcAft>
              <a:defRPr sz="2400">
                <a:solidFill>
                  <a:schemeClr val="tx2"/>
                </a:solidFill>
                <a:latin typeface="Arial" charset="0"/>
                <a:ea typeface="ＭＳ Ｐゴシック" pitchFamily="50" charset="-128"/>
              </a:defRPr>
            </a:lvl3pPr>
            <a:lvl4pPr algn="l" rtl="0" fontAlgn="base">
              <a:spcBef>
                <a:spcPct val="0"/>
              </a:spcBef>
              <a:spcAft>
                <a:spcPct val="0"/>
              </a:spcAft>
              <a:defRPr sz="2400">
                <a:solidFill>
                  <a:schemeClr val="tx2"/>
                </a:solidFill>
                <a:latin typeface="Arial" charset="0"/>
                <a:ea typeface="ＭＳ Ｐゴシック" pitchFamily="50" charset="-128"/>
              </a:defRPr>
            </a:lvl4pPr>
            <a:lvl5pPr algn="l" rtl="0" fontAlgn="base">
              <a:spcBef>
                <a:spcPct val="0"/>
              </a:spcBef>
              <a:spcAft>
                <a:spcPct val="0"/>
              </a:spcAft>
              <a:defRPr sz="2400">
                <a:solidFill>
                  <a:schemeClr val="tx2"/>
                </a:solidFill>
                <a:latin typeface="Arial" charset="0"/>
                <a:ea typeface="ＭＳ Ｐゴシック" pitchFamily="50" charset="-128"/>
              </a:defRPr>
            </a:lvl5pPr>
            <a:lvl6pPr marL="457200" algn="l" rtl="0" fontAlgn="base">
              <a:spcBef>
                <a:spcPct val="0"/>
              </a:spcBef>
              <a:spcAft>
                <a:spcPct val="0"/>
              </a:spcAft>
              <a:defRPr sz="2400">
                <a:solidFill>
                  <a:schemeClr val="tx2"/>
                </a:solidFill>
                <a:latin typeface="Arial" charset="0"/>
                <a:ea typeface="ＭＳ Ｐゴシック" pitchFamily="50" charset="-128"/>
              </a:defRPr>
            </a:lvl6pPr>
            <a:lvl7pPr marL="914400" algn="l" rtl="0" fontAlgn="base">
              <a:spcBef>
                <a:spcPct val="0"/>
              </a:spcBef>
              <a:spcAft>
                <a:spcPct val="0"/>
              </a:spcAft>
              <a:defRPr sz="2400">
                <a:solidFill>
                  <a:schemeClr val="tx2"/>
                </a:solidFill>
                <a:latin typeface="Arial" charset="0"/>
                <a:ea typeface="ＭＳ Ｐゴシック" pitchFamily="50" charset="-128"/>
              </a:defRPr>
            </a:lvl7pPr>
            <a:lvl8pPr marL="1371600" algn="l" rtl="0" fontAlgn="base">
              <a:spcBef>
                <a:spcPct val="0"/>
              </a:spcBef>
              <a:spcAft>
                <a:spcPct val="0"/>
              </a:spcAft>
              <a:defRPr sz="2400">
                <a:solidFill>
                  <a:schemeClr val="tx2"/>
                </a:solidFill>
                <a:latin typeface="Arial" charset="0"/>
                <a:ea typeface="ＭＳ Ｐゴシック" pitchFamily="50" charset="-128"/>
              </a:defRPr>
            </a:lvl8pPr>
            <a:lvl9pPr marL="1828800" algn="l" rtl="0" fontAlgn="base">
              <a:spcBef>
                <a:spcPct val="0"/>
              </a:spcBef>
              <a:spcAft>
                <a:spcPct val="0"/>
              </a:spcAft>
              <a:defRPr sz="2400">
                <a:solidFill>
                  <a:schemeClr val="tx2"/>
                </a:solidFill>
                <a:latin typeface="Arial" charset="0"/>
                <a:ea typeface="ＭＳ Ｐゴシック" pitchFamily="50" charset="-128"/>
              </a:defRPr>
            </a:lvl9pPr>
          </a:lstStyle>
          <a:p>
            <a:pPr eaLnBrk="1" hangingPunct="1"/>
            <a:endParaRPr kumimoji="1" lang="ja-JP" altLang="en-US" kern="0"/>
          </a:p>
        </p:txBody>
      </p:sp>
      <p:sp>
        <p:nvSpPr>
          <p:cNvPr id="17" name="Rectangle 5">
            <a:extLst>
              <a:ext uri="{FF2B5EF4-FFF2-40B4-BE49-F238E27FC236}">
                <a16:creationId xmlns:a16="http://schemas.microsoft.com/office/drawing/2014/main" id="{3BAEFE9A-E04E-4B7D-A7DD-5C3D62A52ADF}"/>
              </a:ext>
            </a:extLst>
          </p:cNvPr>
          <p:cNvSpPr txBox="1">
            <a:spLocks noChangeArrowheads="1"/>
          </p:cNvSpPr>
          <p:nvPr userDrawn="1"/>
        </p:nvSpPr>
        <p:spPr bwMode="auto">
          <a:xfrm>
            <a:off x="288000" y="6630382"/>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algn="l" rtl="0" eaLnBrk="0" fontAlgn="base" hangingPunct="0">
              <a:lnSpc>
                <a:spcPct val="100000"/>
              </a:lnSpc>
              <a:spcBef>
                <a:spcPct val="0"/>
              </a:spcBef>
              <a:spcAft>
                <a:spcPct val="0"/>
              </a:spcAft>
              <a:defRPr sz="9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4572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2pPr>
            <a:lvl3pPr marL="9144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3pPr>
            <a:lvl4pPr marL="13716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4pPr>
            <a:lvl5pPr marL="18288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5pPr>
            <a:lvl6pPr marL="2286000" algn="l" defTabSz="914400" rtl="0" eaLnBrk="1" latinLnBrk="0" hangingPunct="1">
              <a:defRPr sz="1400" kern="1200">
                <a:solidFill>
                  <a:schemeClr val="tx1"/>
                </a:solidFill>
                <a:latin typeface="Arial" charset="0"/>
                <a:ea typeface="ＭＳ Ｐゴシック" pitchFamily="50" charset="-128"/>
                <a:cs typeface="+mn-cs"/>
              </a:defRPr>
            </a:lvl6pPr>
            <a:lvl7pPr marL="2743200" algn="l" defTabSz="914400" rtl="0" eaLnBrk="1" latinLnBrk="0" hangingPunct="1">
              <a:defRPr sz="1400" kern="1200">
                <a:solidFill>
                  <a:schemeClr val="tx1"/>
                </a:solidFill>
                <a:latin typeface="Arial" charset="0"/>
                <a:ea typeface="ＭＳ Ｐゴシック" pitchFamily="50" charset="-128"/>
                <a:cs typeface="+mn-cs"/>
              </a:defRPr>
            </a:lvl7pPr>
            <a:lvl8pPr marL="3200400" algn="l" defTabSz="914400" rtl="0" eaLnBrk="1" latinLnBrk="0" hangingPunct="1">
              <a:defRPr sz="1400" kern="1200">
                <a:solidFill>
                  <a:schemeClr val="tx1"/>
                </a:solidFill>
                <a:latin typeface="Arial" charset="0"/>
                <a:ea typeface="ＭＳ Ｐゴシック" pitchFamily="50" charset="-128"/>
                <a:cs typeface="+mn-cs"/>
              </a:defRPr>
            </a:lvl8pPr>
            <a:lvl9pPr marL="3657600" algn="l" defTabSz="914400" rtl="0" eaLnBrk="1" latinLnBrk="0" hangingPunct="1">
              <a:defRPr sz="1400" kern="1200">
                <a:solidFill>
                  <a:schemeClr val="tx1"/>
                </a:solidFill>
                <a:latin typeface="Arial" charset="0"/>
                <a:ea typeface="ＭＳ Ｐゴシック" pitchFamily="50" charset="-128"/>
                <a:cs typeface="+mn-cs"/>
              </a:defRPr>
            </a:lvl9pPr>
          </a:lstStyle>
          <a:p>
            <a:fld id="{53E59A0F-BB7A-4FFB-A1BA-8908693D5CBD}" type="slidenum">
              <a:rPr lang="ja-JP" altLang="en-US" sz="1100" b="0" i="0" baseline="0" smtClean="0">
                <a:solidFill>
                  <a:srgbClr val="FFFFFF"/>
                </a:solidFill>
                <a:latin typeface="+mn-ea"/>
                <a:ea typeface="+mn-ea"/>
              </a:rPr>
              <a:pPr/>
              <a:t>‹#›</a:t>
            </a:fld>
            <a:endParaRPr lang="en-US" altLang="ja-JP" sz="1100" b="0" i="0" baseline="0" dirty="0">
              <a:solidFill>
                <a:srgbClr val="FFFFFF"/>
              </a:solidFill>
              <a:latin typeface="+mn-ea"/>
              <a:ea typeface="+mn-ea"/>
            </a:endParaRPr>
          </a:p>
        </p:txBody>
      </p:sp>
      <p:sp>
        <p:nvSpPr>
          <p:cNvPr id="3" name="テキスト プレースホルダー 2">
            <a:extLst>
              <a:ext uri="{FF2B5EF4-FFF2-40B4-BE49-F238E27FC236}">
                <a16:creationId xmlns:a16="http://schemas.microsoft.com/office/drawing/2014/main" id="{428217C3-C340-426F-BAFD-88C68C15CF11}"/>
              </a:ext>
            </a:extLst>
          </p:cNvPr>
          <p:cNvSpPr>
            <a:spLocks noGrp="1"/>
          </p:cNvSpPr>
          <p:nvPr>
            <p:ph type="body" sz="quarter" idx="11" hasCustomPrompt="1"/>
          </p:nvPr>
        </p:nvSpPr>
        <p:spPr>
          <a:xfrm>
            <a:off x="288000" y="6336000"/>
            <a:ext cx="720000" cy="180000"/>
          </a:xfrm>
          <a:prstGeom prst="rect">
            <a:avLst/>
          </a:prstGeom>
        </p:spPr>
        <p:txBody>
          <a:bodyPr wrap="none" lIns="0" tIns="0" rIns="0" bIns="0" anchor="b"/>
          <a:lstStyle>
            <a:lvl1pPr marL="0" indent="0" algn="l">
              <a:spcBef>
                <a:spcPts val="0"/>
              </a:spcBef>
              <a:defRPr sz="1000"/>
            </a:lvl1pPr>
          </a:lstStyle>
          <a:p>
            <a:pPr lvl="0"/>
            <a:r>
              <a:rPr kumimoji="1" lang="ja-JP" altLang="en-US"/>
              <a:t>出所：</a:t>
            </a:r>
          </a:p>
        </p:txBody>
      </p:sp>
      <p:sp>
        <p:nvSpPr>
          <p:cNvPr id="8" name="テキスト プレースホルダー 7">
            <a:extLst>
              <a:ext uri="{FF2B5EF4-FFF2-40B4-BE49-F238E27FC236}">
                <a16:creationId xmlns:a16="http://schemas.microsoft.com/office/drawing/2014/main" id="{7DF99BD6-6757-41B8-94C3-545C90A5F8E0}"/>
              </a:ext>
            </a:extLst>
          </p:cNvPr>
          <p:cNvSpPr>
            <a:spLocks noGrp="1"/>
          </p:cNvSpPr>
          <p:nvPr>
            <p:ph type="body" sz="quarter" idx="12"/>
          </p:nvPr>
        </p:nvSpPr>
        <p:spPr>
          <a:xfrm>
            <a:off x="1470025" y="2178050"/>
            <a:ext cx="3903663" cy="1630363"/>
          </a:xfrm>
          <a:prstGeom prst="rect">
            <a:avLst/>
          </a:prstGeom>
        </p:spPr>
        <p:txBody>
          <a:bodyPr lIns="72000" tIns="72000" rIns="72000" bIns="72000"/>
          <a:lstStyle>
            <a:lvl1pPr marL="270000" indent="-270000">
              <a:lnSpc>
                <a:spcPct val="100000"/>
              </a:lnSpc>
              <a:spcBef>
                <a:spcPts val="300"/>
              </a:spcBef>
              <a:buFont typeface="Wingdings" panose="05000000000000000000" pitchFamily="2" charset="2"/>
              <a:buChar char="n"/>
              <a:defRPr sz="1600">
                <a:latin typeface="+mn-lt"/>
                <a:ea typeface="+mn-ea"/>
              </a:defRPr>
            </a:lvl1pPr>
            <a:lvl2pPr marL="540000" indent="-270000">
              <a:lnSpc>
                <a:spcPct val="100000"/>
              </a:lnSpc>
              <a:spcBef>
                <a:spcPts val="300"/>
              </a:spcBef>
              <a:buFont typeface="Arial" panose="020B0604020202020204" pitchFamily="34" charset="0"/>
              <a:buChar char="–"/>
              <a:defRPr sz="1600">
                <a:latin typeface="+mn-lt"/>
                <a:ea typeface="+mn-ea"/>
              </a:defRPr>
            </a:lvl2pPr>
            <a:lvl3pPr marL="810000" indent="-270000">
              <a:lnSpc>
                <a:spcPct val="100000"/>
              </a:lnSpc>
              <a:spcBef>
                <a:spcPts val="300"/>
              </a:spcBef>
              <a:buFont typeface="Arial" panose="020B0604020202020204" pitchFamily="34" charset="0"/>
              <a:buChar char="–"/>
              <a:defRPr sz="1600">
                <a:latin typeface="+mn-lt"/>
                <a:ea typeface="+mn-ea"/>
              </a:defRPr>
            </a:lvl3pPr>
            <a:lvl4pPr>
              <a:lnSpc>
                <a:spcPct val="100000"/>
              </a:lnSpc>
              <a:spcBef>
                <a:spcPts val="300"/>
              </a:spcBef>
              <a:defRPr sz="1600"/>
            </a:lvl4pPr>
            <a:lvl5pPr>
              <a:lnSpc>
                <a:spcPct val="100000"/>
              </a:lnSpc>
              <a:spcBef>
                <a:spcPts val="300"/>
              </a:spcBef>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3186355891"/>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中扉">
    <p:bg>
      <p:bgPr>
        <a:solidFill>
          <a:srgbClr val="FFFFFF"/>
        </a:solidFill>
        <a:effectLst/>
      </p:bgPr>
    </p:bg>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4A596544-D1C1-554A-9444-1CAFCDC94E10}"/>
              </a:ext>
            </a:extLst>
          </p:cNvPr>
          <p:cNvSpPr>
            <a:spLocks noGrp="1" noChangeArrowheads="1"/>
          </p:cNvSpPr>
          <p:nvPr>
            <p:ph type="title"/>
          </p:nvPr>
        </p:nvSpPr>
        <p:spPr bwMode="gray">
          <a:xfrm>
            <a:off x="1344295" y="3013848"/>
            <a:ext cx="5327438" cy="324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latin typeface="Segoe UI" panose="020B0502040204020203" pitchFamily="34" charset="0"/>
                <a:ea typeface="游ゴシック" panose="020B0400000000000000" pitchFamily="50" charset="-128"/>
              </a:defRPr>
            </a:lvl1pPr>
          </a:lstStyle>
          <a:p>
            <a:pPr lvl="0"/>
            <a:r>
              <a:rPr lang="ja-JP" altLang="en-US"/>
              <a:t>マスター タイトルの書式設定</a:t>
            </a:r>
            <a:endParaRPr lang="ja-JP" altLang="ja-JP"/>
          </a:p>
        </p:txBody>
      </p:sp>
      <p:sp>
        <p:nvSpPr>
          <p:cNvPr id="10" name="正方形/長方形 9">
            <a:extLst>
              <a:ext uri="{FF2B5EF4-FFF2-40B4-BE49-F238E27FC236}">
                <a16:creationId xmlns:a16="http://schemas.microsoft.com/office/drawing/2014/main" id="{B53324B6-CD34-5940-AFFE-6D19C979726A}"/>
              </a:ext>
            </a:extLst>
          </p:cNvPr>
          <p:cNvSpPr/>
          <p:nvPr userDrawn="1"/>
        </p:nvSpPr>
        <p:spPr bwMode="auto">
          <a:xfrm>
            <a:off x="1067038" y="3013849"/>
            <a:ext cx="45719" cy="827901"/>
          </a:xfrm>
          <a:prstGeom prst="rect">
            <a:avLst/>
          </a:prstGeom>
          <a:solidFill>
            <a:srgbClr val="333333"/>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2" name="Rectangle 3">
            <a:extLst>
              <a:ext uri="{FF2B5EF4-FFF2-40B4-BE49-F238E27FC236}">
                <a16:creationId xmlns:a16="http://schemas.microsoft.com/office/drawing/2014/main" id="{F685A9DB-EC76-CD45-985E-3580CDA0DBEE}"/>
              </a:ext>
            </a:extLst>
          </p:cNvPr>
          <p:cNvSpPr>
            <a:spLocks noGrp="1" noChangeArrowheads="1"/>
          </p:cNvSpPr>
          <p:nvPr>
            <p:ph type="subTitle" idx="1" hasCustomPrompt="1"/>
          </p:nvPr>
        </p:nvSpPr>
        <p:spPr>
          <a:xfrm>
            <a:off x="1344295" y="3564754"/>
            <a:ext cx="5327438" cy="324207"/>
          </a:xfrm>
          <a:prstGeom prst="rect">
            <a:avLst/>
          </a:prstGeom>
        </p:spPr>
        <p:txBody>
          <a:bodyPr lIns="0" tIns="0" rIns="0" bIns="0" anchor="ctr" anchorCtr="0"/>
          <a:lstStyle>
            <a:lvl1pPr marL="0" indent="0" algn="l">
              <a:lnSpc>
                <a:spcPct val="83000"/>
              </a:lnSpc>
              <a:defRPr sz="1650" b="0" i="0" baseline="0">
                <a:latin typeface="Segoe UI" panose="020B0502040204020203" pitchFamily="34" charset="0"/>
                <a:ea typeface="游ゴシック Medium" panose="020B0500000000000000" pitchFamily="50" charset="-128"/>
              </a:defRPr>
            </a:lvl1pPr>
          </a:lstStyle>
          <a:p>
            <a:pPr lvl="0"/>
            <a:r>
              <a:rPr lang="ja-JP" altLang="en-US" noProof="0"/>
              <a:t>サブタイトルを入力して下さい</a:t>
            </a:r>
            <a:endParaRPr lang="ja-JP" altLang="ja-JP" noProof="0"/>
          </a:p>
        </p:txBody>
      </p:sp>
      <p:pic>
        <p:nvPicPr>
          <p:cNvPr id="13" name="図 12">
            <a:extLst>
              <a:ext uri="{FF2B5EF4-FFF2-40B4-BE49-F238E27FC236}">
                <a16:creationId xmlns:a16="http://schemas.microsoft.com/office/drawing/2014/main" id="{877FEE07-52FD-2D4B-9EEA-954F5CAB10C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747000" y="0"/>
            <a:ext cx="4445000" cy="6858000"/>
          </a:xfrm>
          <a:prstGeom prst="rect">
            <a:avLst/>
          </a:prstGeom>
        </p:spPr>
      </p:pic>
    </p:spTree>
    <p:extLst>
      <p:ext uri="{BB962C8B-B14F-4D97-AF65-F5344CB8AC3E}">
        <p14:creationId xmlns:p14="http://schemas.microsoft.com/office/powerpoint/2010/main" val="3528667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裏表紙">
    <p:bg>
      <p:bgPr>
        <a:solidFill>
          <a:srgbClr val="F0EBE3"/>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A630C2DC-0AFD-A14A-A155-E9102C84A80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7059"/>
            <a:ext cx="12192000" cy="6858000"/>
          </a:xfrm>
          <a:prstGeom prst="rect">
            <a:avLst/>
          </a:prstGeom>
        </p:spPr>
      </p:pic>
      <p:sp>
        <p:nvSpPr>
          <p:cNvPr id="11" name="正方形/長方形 10">
            <a:extLst>
              <a:ext uri="{FF2B5EF4-FFF2-40B4-BE49-F238E27FC236}">
                <a16:creationId xmlns:a16="http://schemas.microsoft.com/office/drawing/2014/main" id="{034BBA46-799E-45DB-A332-AB9FCFB663BB}"/>
              </a:ext>
            </a:extLst>
          </p:cNvPr>
          <p:cNvSpPr/>
          <p:nvPr userDrawn="1"/>
        </p:nvSpPr>
        <p:spPr>
          <a:xfrm>
            <a:off x="346254" y="6177686"/>
            <a:ext cx="6096000" cy="343364"/>
          </a:xfrm>
          <a:prstGeom prst="rect">
            <a:avLst/>
          </a:prstGeom>
        </p:spPr>
        <p:txBody>
          <a:bodyPr>
            <a:spAutoFit/>
          </a:bodyPr>
          <a:lstStyle/>
          <a:p>
            <a:pPr>
              <a:lnSpc>
                <a:spcPts val="1000"/>
              </a:lnSpc>
            </a:pPr>
            <a:r>
              <a:rPr lang="ja-JP" altLang="en-US" sz="750" b="0" i="0" dirty="0">
                <a:solidFill>
                  <a:schemeClr val="tx1"/>
                </a:solidFill>
                <a:latin typeface="游ゴシック Medium" panose="020B0500000000000000" pitchFamily="50" charset="-128"/>
                <a:ea typeface="游ゴシック Medium" panose="020B0500000000000000" pitchFamily="50" charset="-128"/>
              </a:rPr>
              <a:t>アビーム、アビーム及びそのロゴは、アビームコンサルティング株式会社の日本その他の国における登録商標です。</a:t>
            </a:r>
            <a:endParaRPr lang="en-US" altLang="ja-JP" sz="750" b="0" i="0" dirty="0">
              <a:solidFill>
                <a:schemeClr val="tx1"/>
              </a:solidFill>
              <a:latin typeface="游ゴシック Medium" panose="020B0500000000000000" pitchFamily="50" charset="-128"/>
              <a:ea typeface="游ゴシック Medium" panose="020B0500000000000000" pitchFamily="50" charset="-128"/>
            </a:endParaRPr>
          </a:p>
          <a:p>
            <a:pPr>
              <a:lnSpc>
                <a:spcPts val="1000"/>
              </a:lnSpc>
            </a:pPr>
            <a:r>
              <a:rPr lang="ja-JP" altLang="en-US" sz="750" b="0" i="0" dirty="0">
                <a:solidFill>
                  <a:schemeClr val="tx1"/>
                </a:solidFill>
                <a:latin typeface="游ゴシック Medium" panose="020B0500000000000000" pitchFamily="50" charset="-128"/>
                <a:ea typeface="游ゴシック Medium" panose="020B0500000000000000" pitchFamily="50" charset="-128"/>
              </a:rPr>
              <a:t>本文に記載されている会社名及び製品名は各社の商号、商標又は登録商標です。</a:t>
            </a:r>
          </a:p>
        </p:txBody>
      </p:sp>
      <p:sp>
        <p:nvSpPr>
          <p:cNvPr id="13" name="Text Box 7">
            <a:extLst>
              <a:ext uri="{FF2B5EF4-FFF2-40B4-BE49-F238E27FC236}">
                <a16:creationId xmlns:a16="http://schemas.microsoft.com/office/drawing/2014/main" id="{F68DFEC9-6A9B-46F2-88EF-C89806189AC1}"/>
              </a:ext>
            </a:extLst>
          </p:cNvPr>
          <p:cNvSpPr txBox="1">
            <a:spLocks noChangeArrowheads="1"/>
          </p:cNvSpPr>
          <p:nvPr userDrawn="1"/>
        </p:nvSpPr>
        <p:spPr bwMode="auto">
          <a:xfrm>
            <a:off x="3891280" y="6376592"/>
            <a:ext cx="1532796" cy="9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©︎2024 </a:t>
            </a:r>
            <a:r>
              <a:rPr lang="ja-JP" altLang="en-US"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アビーム</a:t>
            </a:r>
            <a:r>
              <a:rPr lang="en-US" altLang="ja-JP"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endParaRPr>
          </a:p>
        </p:txBody>
      </p:sp>
      <p:grpSp>
        <p:nvGrpSpPr>
          <p:cNvPr id="10" name="グループ化 9">
            <a:extLst>
              <a:ext uri="{FF2B5EF4-FFF2-40B4-BE49-F238E27FC236}">
                <a16:creationId xmlns:a16="http://schemas.microsoft.com/office/drawing/2014/main" id="{C4FB8022-D725-48AC-8B72-BD45D244FFA1}"/>
              </a:ext>
            </a:extLst>
          </p:cNvPr>
          <p:cNvGrpSpPr/>
          <p:nvPr userDrawn="1"/>
        </p:nvGrpSpPr>
        <p:grpSpPr>
          <a:xfrm>
            <a:off x="9690416" y="5653004"/>
            <a:ext cx="2031692" cy="836697"/>
            <a:chOff x="9690416" y="5653004"/>
            <a:chExt cx="2031692" cy="836697"/>
          </a:xfrm>
        </p:grpSpPr>
        <p:pic>
          <p:nvPicPr>
            <p:cNvPr id="14" name="図 13">
              <a:extLst>
                <a:ext uri="{FF2B5EF4-FFF2-40B4-BE49-F238E27FC236}">
                  <a16:creationId xmlns:a16="http://schemas.microsoft.com/office/drawing/2014/main" id="{915AFB72-8115-45F3-9C89-087E8BA44A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90416" y="5653004"/>
              <a:ext cx="2026612" cy="479180"/>
            </a:xfrm>
            <a:prstGeom prst="rect">
              <a:avLst/>
            </a:prstGeom>
          </p:spPr>
        </p:pic>
        <p:pic>
          <p:nvPicPr>
            <p:cNvPr id="15" name="図 14">
              <a:extLst>
                <a:ext uri="{FF2B5EF4-FFF2-40B4-BE49-F238E27FC236}">
                  <a16:creationId xmlns:a16="http://schemas.microsoft.com/office/drawing/2014/main" id="{2D50A974-3774-4C81-A0A4-8D92F091BD5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5496" y="6275255"/>
              <a:ext cx="2026612" cy="214446"/>
            </a:xfrm>
            <a:prstGeom prst="rect">
              <a:avLst/>
            </a:prstGeom>
          </p:spPr>
        </p:pic>
      </p:grpSp>
    </p:spTree>
    <p:extLst>
      <p:ext uri="{BB962C8B-B14F-4D97-AF65-F5344CB8AC3E}">
        <p14:creationId xmlns:p14="http://schemas.microsoft.com/office/powerpoint/2010/main" val="3107591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表紙">
    <p:bg>
      <p:bgPr>
        <a:solidFill>
          <a:srgbClr val="F0EBE3"/>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DE3F14F-34C2-6544-852E-1E14BEB3F98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39266" name="Rectangle 2"/>
          <p:cNvSpPr>
            <a:spLocks noGrp="1" noChangeArrowheads="1"/>
          </p:cNvSpPr>
          <p:nvPr>
            <p:ph type="ctrTitle" hasCustomPrompt="1"/>
          </p:nvPr>
        </p:nvSpPr>
        <p:spPr bwMode="auto">
          <a:xfrm>
            <a:off x="1344294" y="1649507"/>
            <a:ext cx="4751705" cy="205320"/>
          </a:xfrm>
          <a:prstGeom prst="rect">
            <a:avLst/>
          </a:prstGeom>
        </p:spPr>
        <p:txBody>
          <a:bodyPr lIns="0" tIns="0" rIns="0" bIns="0" anchor="ctr" anchorCtr="0"/>
          <a:lstStyle>
            <a:lvl1pPr algn="l">
              <a:lnSpc>
                <a:spcPct val="100000"/>
              </a:lnSpc>
              <a:defRPr sz="2000" baseline="0">
                <a:solidFill>
                  <a:schemeClr val="tx1"/>
                </a:solidFill>
                <a:latin typeface="Segoe UI" panose="020B0502040204020203" pitchFamily="34" charset="0"/>
                <a:ea typeface="游ゴシック" panose="020B0400000000000000" pitchFamily="50" charset="-128"/>
              </a:defRPr>
            </a:lvl1pPr>
          </a:lstStyle>
          <a:p>
            <a:pPr lvl="0"/>
            <a:r>
              <a:rPr lang="ja-JP" altLang="en-US" noProof="0"/>
              <a:t>タイトルを入力して下さい</a:t>
            </a:r>
            <a:endParaRPr lang="ja-JP" altLang="ja-JP" noProof="0"/>
          </a:p>
        </p:txBody>
      </p:sp>
      <p:sp>
        <p:nvSpPr>
          <p:cNvPr id="139267" name="Rectangle 3"/>
          <p:cNvSpPr>
            <a:spLocks noGrp="1" noChangeArrowheads="1"/>
          </p:cNvSpPr>
          <p:nvPr>
            <p:ph type="subTitle" idx="1" hasCustomPrompt="1"/>
          </p:nvPr>
        </p:nvSpPr>
        <p:spPr>
          <a:xfrm>
            <a:off x="1344295" y="2083079"/>
            <a:ext cx="4751705" cy="205320"/>
          </a:xfrm>
          <a:prstGeom prst="rect">
            <a:avLst/>
          </a:prstGeom>
        </p:spPr>
        <p:txBody>
          <a:bodyPr lIns="0" tIns="0" rIns="0" bIns="0" anchor="ctr" anchorCtr="0"/>
          <a:lstStyle>
            <a:lvl1pPr marL="0" indent="0" algn="l">
              <a:lnSpc>
                <a:spcPct val="83000"/>
              </a:lnSpc>
              <a:defRPr sz="1650" b="0" i="0" baseline="0">
                <a:solidFill>
                  <a:schemeClr val="tx1"/>
                </a:solidFill>
                <a:latin typeface="Segoe UI" panose="020B0502040204020203" pitchFamily="34" charset="0"/>
                <a:ea typeface="游ゴシック Medium" panose="020B0500000000000000" pitchFamily="50" charset="-128"/>
              </a:defRPr>
            </a:lvl1pPr>
          </a:lstStyle>
          <a:p>
            <a:pPr lvl="0"/>
            <a:r>
              <a:rPr lang="ja-JP" altLang="en-US" noProof="0"/>
              <a:t>サブタイトルを入力して下さい</a:t>
            </a:r>
            <a:endParaRPr lang="ja-JP" altLang="ja-JP" noProof="0"/>
          </a:p>
        </p:txBody>
      </p:sp>
      <p:sp>
        <p:nvSpPr>
          <p:cNvPr id="19" name="正方形/長方形 18">
            <a:extLst>
              <a:ext uri="{FF2B5EF4-FFF2-40B4-BE49-F238E27FC236}">
                <a16:creationId xmlns:a16="http://schemas.microsoft.com/office/drawing/2014/main" id="{2B764280-3327-6B4E-89B4-4028B38942B3}"/>
              </a:ext>
            </a:extLst>
          </p:cNvPr>
          <p:cNvSpPr/>
          <p:nvPr userDrawn="1"/>
        </p:nvSpPr>
        <p:spPr bwMode="auto">
          <a:xfrm>
            <a:off x="1067038" y="1616849"/>
            <a:ext cx="45719" cy="1259701"/>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8" name="グループ化 7">
            <a:extLst>
              <a:ext uri="{FF2B5EF4-FFF2-40B4-BE49-F238E27FC236}">
                <a16:creationId xmlns:a16="http://schemas.microsoft.com/office/drawing/2014/main" id="{985725C2-FCD8-42F1-A36E-D8A1B1899F5A}"/>
              </a:ext>
            </a:extLst>
          </p:cNvPr>
          <p:cNvGrpSpPr/>
          <p:nvPr userDrawn="1"/>
        </p:nvGrpSpPr>
        <p:grpSpPr>
          <a:xfrm>
            <a:off x="9690416" y="5653004"/>
            <a:ext cx="2031692" cy="836697"/>
            <a:chOff x="9690416" y="5653004"/>
            <a:chExt cx="2031692" cy="836697"/>
          </a:xfrm>
        </p:grpSpPr>
        <p:pic>
          <p:nvPicPr>
            <p:cNvPr id="11" name="図 10">
              <a:extLst>
                <a:ext uri="{FF2B5EF4-FFF2-40B4-BE49-F238E27FC236}">
                  <a16:creationId xmlns:a16="http://schemas.microsoft.com/office/drawing/2014/main" id="{86EBCEA7-FFD1-4DCB-9833-886DE1A84E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90416" y="5653004"/>
              <a:ext cx="2026612" cy="479180"/>
            </a:xfrm>
            <a:prstGeom prst="rect">
              <a:avLst/>
            </a:prstGeom>
          </p:spPr>
        </p:pic>
        <p:pic>
          <p:nvPicPr>
            <p:cNvPr id="12" name="図 11">
              <a:extLst>
                <a:ext uri="{FF2B5EF4-FFF2-40B4-BE49-F238E27FC236}">
                  <a16:creationId xmlns:a16="http://schemas.microsoft.com/office/drawing/2014/main" id="{EC812060-2BED-432E-A3D0-94CAAD364D9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5496" y="6275255"/>
              <a:ext cx="2026612" cy="214446"/>
            </a:xfrm>
            <a:prstGeom prst="rect">
              <a:avLst/>
            </a:prstGeom>
          </p:spPr>
        </p:pic>
      </p:grpSp>
    </p:spTree>
    <p:extLst>
      <p:ext uri="{BB962C8B-B14F-4D97-AF65-F5344CB8AC3E}">
        <p14:creationId xmlns:p14="http://schemas.microsoft.com/office/powerpoint/2010/main" val="447273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bg>
      <p:bgPr>
        <a:solidFill>
          <a:srgbClr val="FFFFFF"/>
        </a:solidFill>
        <a:effectLst/>
      </p:bgPr>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DFAAC7C-515B-4B4B-BDA7-C1794BA767B5}"/>
              </a:ext>
            </a:extLst>
          </p:cNvPr>
          <p:cNvGraphicFramePr>
            <a:graphicFrameLocks noChangeAspect="1"/>
          </p:cNvGraphicFramePr>
          <p:nvPr userDrawn="1">
            <p:custDataLst>
              <p:tags r:id="rId1"/>
            </p:custDataLst>
            <p:extLst>
              <p:ext uri="{D42A27DB-BD31-4B8C-83A1-F6EECF244321}">
                <p14:modId xmlns:p14="http://schemas.microsoft.com/office/powerpoint/2010/main" val="61777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81" imgH="381" progId="TCLayout.ActiveDocument.1">
                  <p:embed/>
                </p:oleObj>
              </mc:Choice>
              <mc:Fallback>
                <p:oleObj name="think-cellスライド" r:id="rId3" imgW="381" imgH="381" progId="TCLayout.ActiveDocument.1">
                  <p:embed/>
                  <p:pic>
                    <p:nvPicPr>
                      <p:cNvPr id="6" name="オブジェクト 5" hidden="1">
                        <a:extLst>
                          <a:ext uri="{FF2B5EF4-FFF2-40B4-BE49-F238E27FC236}">
                            <a16:creationId xmlns:a16="http://schemas.microsoft.com/office/drawing/2014/main" id="{FDFAAC7C-515B-4B4B-BDA7-C1794BA767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AFC1A82B-D38C-B340-856A-7E05371FCB6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0" y="0"/>
            <a:ext cx="12192000" cy="1371600"/>
          </a:xfrm>
          <a:prstGeom prst="rect">
            <a:avLst/>
          </a:prstGeom>
        </p:spPr>
      </p:pic>
      <p:sp>
        <p:nvSpPr>
          <p:cNvPr id="4" name="正方形/長方形 3">
            <a:extLst>
              <a:ext uri="{FF2B5EF4-FFF2-40B4-BE49-F238E27FC236}">
                <a16:creationId xmlns:a16="http://schemas.microsoft.com/office/drawing/2014/main" id="{5D9ED153-B006-F74D-980E-64C53313540E}"/>
              </a:ext>
            </a:extLst>
          </p:cNvPr>
          <p:cNvSpPr/>
          <p:nvPr userDrawn="1"/>
        </p:nvSpPr>
        <p:spPr bwMode="auto">
          <a:xfrm>
            <a:off x="0" y="6554792"/>
            <a:ext cx="12192000" cy="305076"/>
          </a:xfrm>
          <a:prstGeom prst="rect">
            <a:avLst/>
          </a:prstGeom>
          <a:solidFill>
            <a:schemeClr val="tx1"/>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Rectangle 3">
            <a:extLst>
              <a:ext uri="{FF2B5EF4-FFF2-40B4-BE49-F238E27FC236}">
                <a16:creationId xmlns:a16="http://schemas.microsoft.com/office/drawing/2014/main" id="{163BD6B8-5A89-F34E-9290-D1B7621492F2}"/>
              </a:ext>
            </a:extLst>
          </p:cNvPr>
          <p:cNvSpPr>
            <a:spLocks noGrp="1" noChangeArrowheads="1"/>
          </p:cNvSpPr>
          <p:nvPr>
            <p:ph type="title" hasCustomPrompt="1"/>
          </p:nvPr>
        </p:nvSpPr>
        <p:spPr bwMode="gray">
          <a:xfrm>
            <a:off x="595036" y="104786"/>
            <a:ext cx="10079142" cy="55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solidFill>
                  <a:schemeClr val="tx1"/>
                </a:solidFill>
                <a:latin typeface="Segoe UI" panose="020B0502040204020203" pitchFamily="34" charset="0"/>
              </a:defRPr>
            </a:lvl1pPr>
          </a:lstStyle>
          <a:p>
            <a:pPr lvl="0"/>
            <a:r>
              <a:rPr lang="ja-JP" altLang="en-US"/>
              <a:t>ページタイトルを入力して下さい</a:t>
            </a:r>
            <a:br>
              <a:rPr lang="en-US" altLang="ja-JP"/>
            </a:br>
            <a:r>
              <a:rPr lang="en-US" altLang="ja-JP"/>
              <a:t>Click to edit page title</a:t>
            </a:r>
            <a:endParaRPr lang="ja-JP" altLang="ja-JP"/>
          </a:p>
        </p:txBody>
      </p:sp>
      <p:sp>
        <p:nvSpPr>
          <p:cNvPr id="12" name="正方形/長方形 11">
            <a:extLst>
              <a:ext uri="{FF2B5EF4-FFF2-40B4-BE49-F238E27FC236}">
                <a16:creationId xmlns:a16="http://schemas.microsoft.com/office/drawing/2014/main" id="{4EF2AA17-4971-204E-BB8D-226B4B370A32}"/>
              </a:ext>
            </a:extLst>
          </p:cNvPr>
          <p:cNvSpPr/>
          <p:nvPr userDrawn="1"/>
        </p:nvSpPr>
        <p:spPr bwMode="auto">
          <a:xfrm>
            <a:off x="380337" y="83867"/>
            <a:ext cx="72000" cy="576000"/>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D17C5232-3A91-E147-AF8A-FD29D3E4452E}"/>
              </a:ext>
            </a:extLst>
          </p:cNvPr>
          <p:cNvSpPr>
            <a:spLocks noGrp="1"/>
          </p:cNvSpPr>
          <p:nvPr>
            <p:ph idx="10" hasCustomPrompt="1"/>
          </p:nvPr>
        </p:nvSpPr>
        <p:spPr>
          <a:xfrm>
            <a:off x="609600" y="837655"/>
            <a:ext cx="10620000" cy="360000"/>
          </a:xfrm>
          <a:prstGeom prst="rect">
            <a:avLst/>
          </a:prstGeom>
        </p:spPr>
        <p:txBody>
          <a:bodyPr lIns="0" tIns="0" rIns="0" bIns="0"/>
          <a:lstStyle>
            <a:lvl1pPr marL="0" indent="0">
              <a:lnSpc>
                <a:spcPct val="100000"/>
              </a:lnSpc>
              <a:spcBef>
                <a:spcPts val="0"/>
              </a:spcBef>
              <a:defRPr sz="1800" baseline="0">
                <a:solidFill>
                  <a:schemeClr val="tx1"/>
                </a:solidFill>
                <a:latin typeface="Segoe UI" panose="020B0502040204020203" pitchFamily="34" charset="0"/>
                <a:ea typeface="游ゴシック Medium" panose="020B0500000000000000" pitchFamily="50" charset="-128"/>
              </a:defRPr>
            </a:lvl1pPr>
            <a:lvl2pPr>
              <a:lnSpc>
                <a:spcPct val="100000"/>
              </a:lnSpc>
              <a:defRPr>
                <a:solidFill>
                  <a:schemeClr val="bg2"/>
                </a:solidFill>
              </a:defRPr>
            </a:lvl2pPr>
            <a:lvl3pPr>
              <a:lnSpc>
                <a:spcPct val="100000"/>
              </a:lnSpc>
              <a:defRPr>
                <a:solidFill>
                  <a:schemeClr val="bg2"/>
                </a:solidFill>
              </a:defRPr>
            </a:lvl3pPr>
          </a:lstStyle>
          <a:p>
            <a:pPr lvl="0"/>
            <a:r>
              <a:rPr lang="ja-JP" altLang="en-US"/>
              <a:t>テキストを編集 </a:t>
            </a:r>
            <a:r>
              <a:rPr lang="en-US" altLang="ja-JP"/>
              <a:t>Click to edit Master text styles</a:t>
            </a:r>
          </a:p>
        </p:txBody>
      </p:sp>
      <p:sp>
        <p:nvSpPr>
          <p:cNvPr id="14" name="Text Box 7">
            <a:extLst>
              <a:ext uri="{FF2B5EF4-FFF2-40B4-BE49-F238E27FC236}">
                <a16:creationId xmlns:a16="http://schemas.microsoft.com/office/drawing/2014/main" id="{435F7189-F3B5-944C-8B27-D0A86A22D4E8}"/>
              </a:ext>
            </a:extLst>
          </p:cNvPr>
          <p:cNvSpPr txBox="1">
            <a:spLocks noChangeArrowheads="1"/>
          </p:cNvSpPr>
          <p:nvPr userDrawn="1"/>
        </p:nvSpPr>
        <p:spPr bwMode="auto">
          <a:xfrm>
            <a:off x="10192407" y="6658913"/>
            <a:ext cx="1999593" cy="126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©︎2025 </a:t>
            </a:r>
            <a:r>
              <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アビーム</a:t>
            </a: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endParaRPr>
          </a:p>
        </p:txBody>
      </p:sp>
      <p:sp>
        <p:nvSpPr>
          <p:cNvPr id="15" name="Text Box 7">
            <a:extLst>
              <a:ext uri="{FF2B5EF4-FFF2-40B4-BE49-F238E27FC236}">
                <a16:creationId xmlns:a16="http://schemas.microsoft.com/office/drawing/2014/main" id="{03A9F2DA-1464-E246-B5E1-E77359608E84}"/>
              </a:ext>
            </a:extLst>
          </p:cNvPr>
          <p:cNvSpPr txBox="1">
            <a:spLocks noChangeArrowheads="1"/>
          </p:cNvSpPr>
          <p:nvPr userDrawn="1"/>
        </p:nvSpPr>
        <p:spPr bwMode="auto">
          <a:xfrm>
            <a:off x="9214946" y="6658913"/>
            <a:ext cx="882068" cy="12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a:lnSpc>
                <a:spcPct val="80000"/>
              </a:lnSpc>
              <a:spcBef>
                <a:spcPct val="0"/>
              </a:spcBef>
            </a:pPr>
            <a:r>
              <a:rPr lang="en-US" altLang="ja-JP"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rPr>
              <a:t>confidential</a:t>
            </a:r>
            <a:endParaRPr lang="ja-JP" altLang="en-US"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endParaRPr>
          </a:p>
        </p:txBody>
      </p:sp>
      <p:sp>
        <p:nvSpPr>
          <p:cNvPr id="11" name="タイトル 1">
            <a:extLst>
              <a:ext uri="{FF2B5EF4-FFF2-40B4-BE49-F238E27FC236}">
                <a16:creationId xmlns:a16="http://schemas.microsoft.com/office/drawing/2014/main" id="{25F26C02-72C8-4DB9-A080-952E4C0FA6D9}"/>
              </a:ext>
            </a:extLst>
          </p:cNvPr>
          <p:cNvSpPr txBox="1">
            <a:spLocks/>
          </p:cNvSpPr>
          <p:nvPr userDrawn="1"/>
        </p:nvSpPr>
        <p:spPr>
          <a:xfrm>
            <a:off x="609600" y="236221"/>
            <a:ext cx="10972800" cy="445247"/>
          </a:xfrm>
          <a:prstGeom prst="rect">
            <a:avLst/>
          </a:prstGeom>
        </p:spPr>
        <p:txBody>
          <a:bodyPr/>
          <a:lstStyle>
            <a:lvl1pPr algn="l" rtl="0" fontAlgn="base">
              <a:lnSpc>
                <a:spcPct val="100000"/>
              </a:lnSpc>
              <a:spcBef>
                <a:spcPct val="0"/>
              </a:spcBef>
              <a:spcAft>
                <a:spcPct val="0"/>
              </a:spcAft>
              <a:defRPr sz="2000" b="1" i="0" baseline="0">
                <a:solidFill>
                  <a:schemeClr val="tx1"/>
                </a:solidFill>
                <a:latin typeface="Yu Gothic" panose="020B0400000000000000" pitchFamily="34" charset="-128"/>
                <a:ea typeface="Yu Gothic" panose="020B0400000000000000" pitchFamily="34" charset="-128"/>
                <a:cs typeface="+mj-cs"/>
              </a:defRPr>
            </a:lvl1pPr>
            <a:lvl2pPr algn="l" rtl="0" fontAlgn="base">
              <a:spcBef>
                <a:spcPct val="0"/>
              </a:spcBef>
              <a:spcAft>
                <a:spcPct val="0"/>
              </a:spcAft>
              <a:defRPr sz="2400">
                <a:solidFill>
                  <a:schemeClr val="tx2"/>
                </a:solidFill>
                <a:latin typeface="Arial" charset="0"/>
                <a:ea typeface="ＭＳ Ｐゴシック" pitchFamily="50" charset="-128"/>
              </a:defRPr>
            </a:lvl2pPr>
            <a:lvl3pPr algn="l" rtl="0" fontAlgn="base">
              <a:spcBef>
                <a:spcPct val="0"/>
              </a:spcBef>
              <a:spcAft>
                <a:spcPct val="0"/>
              </a:spcAft>
              <a:defRPr sz="2400">
                <a:solidFill>
                  <a:schemeClr val="tx2"/>
                </a:solidFill>
                <a:latin typeface="Arial" charset="0"/>
                <a:ea typeface="ＭＳ Ｐゴシック" pitchFamily="50" charset="-128"/>
              </a:defRPr>
            </a:lvl3pPr>
            <a:lvl4pPr algn="l" rtl="0" fontAlgn="base">
              <a:spcBef>
                <a:spcPct val="0"/>
              </a:spcBef>
              <a:spcAft>
                <a:spcPct val="0"/>
              </a:spcAft>
              <a:defRPr sz="2400">
                <a:solidFill>
                  <a:schemeClr val="tx2"/>
                </a:solidFill>
                <a:latin typeface="Arial" charset="0"/>
                <a:ea typeface="ＭＳ Ｐゴシック" pitchFamily="50" charset="-128"/>
              </a:defRPr>
            </a:lvl4pPr>
            <a:lvl5pPr algn="l" rtl="0" fontAlgn="base">
              <a:spcBef>
                <a:spcPct val="0"/>
              </a:spcBef>
              <a:spcAft>
                <a:spcPct val="0"/>
              </a:spcAft>
              <a:defRPr sz="2400">
                <a:solidFill>
                  <a:schemeClr val="tx2"/>
                </a:solidFill>
                <a:latin typeface="Arial" charset="0"/>
                <a:ea typeface="ＭＳ Ｐゴシック" pitchFamily="50" charset="-128"/>
              </a:defRPr>
            </a:lvl5pPr>
            <a:lvl6pPr marL="457200" algn="l" rtl="0" fontAlgn="base">
              <a:spcBef>
                <a:spcPct val="0"/>
              </a:spcBef>
              <a:spcAft>
                <a:spcPct val="0"/>
              </a:spcAft>
              <a:defRPr sz="2400">
                <a:solidFill>
                  <a:schemeClr val="tx2"/>
                </a:solidFill>
                <a:latin typeface="Arial" charset="0"/>
                <a:ea typeface="ＭＳ Ｐゴシック" pitchFamily="50" charset="-128"/>
              </a:defRPr>
            </a:lvl6pPr>
            <a:lvl7pPr marL="914400" algn="l" rtl="0" fontAlgn="base">
              <a:spcBef>
                <a:spcPct val="0"/>
              </a:spcBef>
              <a:spcAft>
                <a:spcPct val="0"/>
              </a:spcAft>
              <a:defRPr sz="2400">
                <a:solidFill>
                  <a:schemeClr val="tx2"/>
                </a:solidFill>
                <a:latin typeface="Arial" charset="0"/>
                <a:ea typeface="ＭＳ Ｐゴシック" pitchFamily="50" charset="-128"/>
              </a:defRPr>
            </a:lvl7pPr>
            <a:lvl8pPr marL="1371600" algn="l" rtl="0" fontAlgn="base">
              <a:spcBef>
                <a:spcPct val="0"/>
              </a:spcBef>
              <a:spcAft>
                <a:spcPct val="0"/>
              </a:spcAft>
              <a:defRPr sz="2400">
                <a:solidFill>
                  <a:schemeClr val="tx2"/>
                </a:solidFill>
                <a:latin typeface="Arial" charset="0"/>
                <a:ea typeface="ＭＳ Ｐゴシック" pitchFamily="50" charset="-128"/>
              </a:defRPr>
            </a:lvl8pPr>
            <a:lvl9pPr marL="1828800" algn="l" rtl="0" fontAlgn="base">
              <a:spcBef>
                <a:spcPct val="0"/>
              </a:spcBef>
              <a:spcAft>
                <a:spcPct val="0"/>
              </a:spcAft>
              <a:defRPr sz="2400">
                <a:solidFill>
                  <a:schemeClr val="tx2"/>
                </a:solidFill>
                <a:latin typeface="Arial" charset="0"/>
                <a:ea typeface="ＭＳ Ｐゴシック" pitchFamily="50" charset="-128"/>
              </a:defRPr>
            </a:lvl9pPr>
          </a:lstStyle>
          <a:p>
            <a:pPr eaLnBrk="1" hangingPunct="1"/>
            <a:endParaRPr kumimoji="1" lang="ja-JP" altLang="en-US" kern="0"/>
          </a:p>
        </p:txBody>
      </p:sp>
      <p:sp>
        <p:nvSpPr>
          <p:cNvPr id="17" name="Rectangle 5">
            <a:extLst>
              <a:ext uri="{FF2B5EF4-FFF2-40B4-BE49-F238E27FC236}">
                <a16:creationId xmlns:a16="http://schemas.microsoft.com/office/drawing/2014/main" id="{3BAEFE9A-E04E-4B7D-A7DD-5C3D62A52ADF}"/>
              </a:ext>
            </a:extLst>
          </p:cNvPr>
          <p:cNvSpPr txBox="1">
            <a:spLocks noChangeArrowheads="1"/>
          </p:cNvSpPr>
          <p:nvPr userDrawn="1"/>
        </p:nvSpPr>
        <p:spPr bwMode="auto">
          <a:xfrm>
            <a:off x="288000" y="6630382"/>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algn="l" rtl="0" eaLnBrk="0" fontAlgn="base" hangingPunct="0">
              <a:lnSpc>
                <a:spcPct val="100000"/>
              </a:lnSpc>
              <a:spcBef>
                <a:spcPct val="0"/>
              </a:spcBef>
              <a:spcAft>
                <a:spcPct val="0"/>
              </a:spcAft>
              <a:defRPr sz="9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4572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2pPr>
            <a:lvl3pPr marL="9144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3pPr>
            <a:lvl4pPr marL="13716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4pPr>
            <a:lvl5pPr marL="18288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5pPr>
            <a:lvl6pPr marL="2286000" algn="l" defTabSz="914400" rtl="0" eaLnBrk="1" latinLnBrk="0" hangingPunct="1">
              <a:defRPr sz="1400" kern="1200">
                <a:solidFill>
                  <a:schemeClr val="tx1"/>
                </a:solidFill>
                <a:latin typeface="Arial" charset="0"/>
                <a:ea typeface="ＭＳ Ｐゴシック" pitchFamily="50" charset="-128"/>
                <a:cs typeface="+mn-cs"/>
              </a:defRPr>
            </a:lvl6pPr>
            <a:lvl7pPr marL="2743200" algn="l" defTabSz="914400" rtl="0" eaLnBrk="1" latinLnBrk="0" hangingPunct="1">
              <a:defRPr sz="1400" kern="1200">
                <a:solidFill>
                  <a:schemeClr val="tx1"/>
                </a:solidFill>
                <a:latin typeface="Arial" charset="0"/>
                <a:ea typeface="ＭＳ Ｐゴシック" pitchFamily="50" charset="-128"/>
                <a:cs typeface="+mn-cs"/>
              </a:defRPr>
            </a:lvl7pPr>
            <a:lvl8pPr marL="3200400" algn="l" defTabSz="914400" rtl="0" eaLnBrk="1" latinLnBrk="0" hangingPunct="1">
              <a:defRPr sz="1400" kern="1200">
                <a:solidFill>
                  <a:schemeClr val="tx1"/>
                </a:solidFill>
                <a:latin typeface="Arial" charset="0"/>
                <a:ea typeface="ＭＳ Ｐゴシック" pitchFamily="50" charset="-128"/>
                <a:cs typeface="+mn-cs"/>
              </a:defRPr>
            </a:lvl8pPr>
            <a:lvl9pPr marL="3657600" algn="l" defTabSz="914400" rtl="0" eaLnBrk="1" latinLnBrk="0" hangingPunct="1">
              <a:defRPr sz="1400" kern="1200">
                <a:solidFill>
                  <a:schemeClr val="tx1"/>
                </a:solidFill>
                <a:latin typeface="Arial" charset="0"/>
                <a:ea typeface="ＭＳ Ｐゴシック" pitchFamily="50" charset="-128"/>
                <a:cs typeface="+mn-cs"/>
              </a:defRPr>
            </a:lvl9pPr>
          </a:lstStyle>
          <a:p>
            <a:fld id="{53E59A0F-BB7A-4FFB-A1BA-8908693D5CBD}" type="slidenum">
              <a:rPr lang="ja-JP" altLang="en-US" sz="1100" b="0" i="0" baseline="0" smtClean="0">
                <a:solidFill>
                  <a:srgbClr val="FFFFFF"/>
                </a:solidFill>
                <a:latin typeface="+mn-ea"/>
                <a:ea typeface="+mn-ea"/>
              </a:rPr>
              <a:pPr/>
              <a:t>‹#›</a:t>
            </a:fld>
            <a:endParaRPr lang="en-US" altLang="ja-JP" sz="1100" b="0" i="0" baseline="0">
              <a:solidFill>
                <a:srgbClr val="FFFFFF"/>
              </a:solidFill>
              <a:latin typeface="+mn-ea"/>
              <a:ea typeface="+mn-ea"/>
            </a:endParaRPr>
          </a:p>
        </p:txBody>
      </p:sp>
      <p:sp>
        <p:nvSpPr>
          <p:cNvPr id="3" name="テキスト プレースホルダー 2">
            <a:extLst>
              <a:ext uri="{FF2B5EF4-FFF2-40B4-BE49-F238E27FC236}">
                <a16:creationId xmlns:a16="http://schemas.microsoft.com/office/drawing/2014/main" id="{428217C3-C340-426F-BAFD-88C68C15CF11}"/>
              </a:ext>
            </a:extLst>
          </p:cNvPr>
          <p:cNvSpPr>
            <a:spLocks noGrp="1"/>
          </p:cNvSpPr>
          <p:nvPr>
            <p:ph type="body" sz="quarter" idx="11" hasCustomPrompt="1"/>
          </p:nvPr>
        </p:nvSpPr>
        <p:spPr>
          <a:xfrm>
            <a:off x="288000" y="6336000"/>
            <a:ext cx="720000" cy="180000"/>
          </a:xfrm>
          <a:prstGeom prst="rect">
            <a:avLst/>
          </a:prstGeom>
        </p:spPr>
        <p:txBody>
          <a:bodyPr wrap="none" lIns="0" tIns="0" rIns="0" bIns="0" anchor="b"/>
          <a:lstStyle>
            <a:lvl1pPr marL="0" indent="0" algn="l">
              <a:spcBef>
                <a:spcPts val="0"/>
              </a:spcBef>
              <a:defRPr sz="1000"/>
            </a:lvl1pPr>
          </a:lstStyle>
          <a:p>
            <a:pPr lvl="0"/>
            <a:r>
              <a:rPr kumimoji="1" lang="ja-JP" altLang="en-US"/>
              <a:t>出所：</a:t>
            </a:r>
          </a:p>
        </p:txBody>
      </p:sp>
    </p:spTree>
    <p:extLst>
      <p:ext uri="{BB962C8B-B14F-4D97-AF65-F5344CB8AC3E}">
        <p14:creationId xmlns:p14="http://schemas.microsoft.com/office/powerpoint/2010/main" val="2196814376"/>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テキストボックス用マスタ">
    <p:bg>
      <p:bgPr>
        <a:solidFill>
          <a:srgbClr val="FFFFFF"/>
        </a:solidFill>
        <a:effectLst/>
      </p:bgPr>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DFAAC7C-515B-4B4B-BDA7-C1794BA767B5}"/>
              </a:ext>
            </a:extLst>
          </p:cNvPr>
          <p:cNvGraphicFramePr>
            <a:graphicFrameLocks noChangeAspect="1"/>
          </p:cNvGraphicFramePr>
          <p:nvPr userDrawn="1">
            <p:custDataLst>
              <p:tags r:id="rId1"/>
            </p:custDataLst>
            <p:extLst>
              <p:ext uri="{D42A27DB-BD31-4B8C-83A1-F6EECF244321}">
                <p14:modId xmlns:p14="http://schemas.microsoft.com/office/powerpoint/2010/main" val="61777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81" imgH="381" progId="TCLayout.ActiveDocument.1">
                  <p:embed/>
                </p:oleObj>
              </mc:Choice>
              <mc:Fallback>
                <p:oleObj name="think-cellスライド" r:id="rId3" imgW="381" imgH="381" progId="TCLayout.ActiveDocument.1">
                  <p:embed/>
                  <p:pic>
                    <p:nvPicPr>
                      <p:cNvPr id="6" name="オブジェクト 5" hidden="1">
                        <a:extLst>
                          <a:ext uri="{FF2B5EF4-FFF2-40B4-BE49-F238E27FC236}">
                            <a16:creationId xmlns:a16="http://schemas.microsoft.com/office/drawing/2014/main" id="{FDFAAC7C-515B-4B4B-BDA7-C1794BA767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AFC1A82B-D38C-B340-856A-7E05371FCB6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0" y="0"/>
            <a:ext cx="12192000" cy="1371600"/>
          </a:xfrm>
          <a:prstGeom prst="rect">
            <a:avLst/>
          </a:prstGeom>
        </p:spPr>
      </p:pic>
      <p:sp>
        <p:nvSpPr>
          <p:cNvPr id="4" name="正方形/長方形 3">
            <a:extLst>
              <a:ext uri="{FF2B5EF4-FFF2-40B4-BE49-F238E27FC236}">
                <a16:creationId xmlns:a16="http://schemas.microsoft.com/office/drawing/2014/main" id="{5D9ED153-B006-F74D-980E-64C53313540E}"/>
              </a:ext>
            </a:extLst>
          </p:cNvPr>
          <p:cNvSpPr/>
          <p:nvPr userDrawn="1"/>
        </p:nvSpPr>
        <p:spPr bwMode="auto">
          <a:xfrm>
            <a:off x="0" y="6554792"/>
            <a:ext cx="12192000" cy="305076"/>
          </a:xfrm>
          <a:prstGeom prst="rect">
            <a:avLst/>
          </a:prstGeom>
          <a:solidFill>
            <a:schemeClr val="tx1"/>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Rectangle 3">
            <a:extLst>
              <a:ext uri="{FF2B5EF4-FFF2-40B4-BE49-F238E27FC236}">
                <a16:creationId xmlns:a16="http://schemas.microsoft.com/office/drawing/2014/main" id="{163BD6B8-5A89-F34E-9290-D1B7621492F2}"/>
              </a:ext>
            </a:extLst>
          </p:cNvPr>
          <p:cNvSpPr>
            <a:spLocks noGrp="1" noChangeArrowheads="1"/>
          </p:cNvSpPr>
          <p:nvPr>
            <p:ph type="title" hasCustomPrompt="1"/>
          </p:nvPr>
        </p:nvSpPr>
        <p:spPr bwMode="gray">
          <a:xfrm>
            <a:off x="595036" y="104786"/>
            <a:ext cx="10079142" cy="55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solidFill>
                  <a:schemeClr val="tx1"/>
                </a:solidFill>
                <a:latin typeface="Segoe UI" panose="020B0502040204020203" pitchFamily="34" charset="0"/>
              </a:defRPr>
            </a:lvl1pPr>
          </a:lstStyle>
          <a:p>
            <a:pPr lvl="0"/>
            <a:r>
              <a:rPr lang="ja-JP" altLang="en-US"/>
              <a:t>ページタイトルを入力して下さい</a:t>
            </a:r>
            <a:br>
              <a:rPr lang="en-US" altLang="ja-JP"/>
            </a:br>
            <a:r>
              <a:rPr lang="en-US" altLang="ja-JP"/>
              <a:t>Click to edit page title</a:t>
            </a:r>
            <a:endParaRPr lang="ja-JP" altLang="ja-JP"/>
          </a:p>
        </p:txBody>
      </p:sp>
      <p:sp>
        <p:nvSpPr>
          <p:cNvPr id="12" name="正方形/長方形 11">
            <a:extLst>
              <a:ext uri="{FF2B5EF4-FFF2-40B4-BE49-F238E27FC236}">
                <a16:creationId xmlns:a16="http://schemas.microsoft.com/office/drawing/2014/main" id="{4EF2AA17-4971-204E-BB8D-226B4B370A32}"/>
              </a:ext>
            </a:extLst>
          </p:cNvPr>
          <p:cNvSpPr/>
          <p:nvPr userDrawn="1"/>
        </p:nvSpPr>
        <p:spPr bwMode="auto">
          <a:xfrm>
            <a:off x="380337" y="83867"/>
            <a:ext cx="72000" cy="576000"/>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D17C5232-3A91-E147-AF8A-FD29D3E4452E}"/>
              </a:ext>
            </a:extLst>
          </p:cNvPr>
          <p:cNvSpPr>
            <a:spLocks noGrp="1"/>
          </p:cNvSpPr>
          <p:nvPr>
            <p:ph idx="10" hasCustomPrompt="1"/>
          </p:nvPr>
        </p:nvSpPr>
        <p:spPr>
          <a:xfrm>
            <a:off x="609600" y="837655"/>
            <a:ext cx="10620000" cy="360000"/>
          </a:xfrm>
          <a:prstGeom prst="rect">
            <a:avLst/>
          </a:prstGeom>
        </p:spPr>
        <p:txBody>
          <a:bodyPr lIns="0" tIns="0" rIns="0" bIns="0"/>
          <a:lstStyle>
            <a:lvl1pPr marL="0" indent="0">
              <a:lnSpc>
                <a:spcPct val="100000"/>
              </a:lnSpc>
              <a:spcBef>
                <a:spcPts val="0"/>
              </a:spcBef>
              <a:defRPr sz="1800" baseline="0">
                <a:solidFill>
                  <a:schemeClr val="tx1"/>
                </a:solidFill>
                <a:latin typeface="Segoe UI" panose="020B0502040204020203" pitchFamily="34" charset="0"/>
                <a:ea typeface="游ゴシック Medium" panose="020B0500000000000000" pitchFamily="50" charset="-128"/>
              </a:defRPr>
            </a:lvl1pPr>
            <a:lvl2pPr>
              <a:lnSpc>
                <a:spcPct val="100000"/>
              </a:lnSpc>
              <a:defRPr>
                <a:solidFill>
                  <a:schemeClr val="bg2"/>
                </a:solidFill>
              </a:defRPr>
            </a:lvl2pPr>
            <a:lvl3pPr>
              <a:lnSpc>
                <a:spcPct val="100000"/>
              </a:lnSpc>
              <a:defRPr>
                <a:solidFill>
                  <a:schemeClr val="bg2"/>
                </a:solidFill>
              </a:defRPr>
            </a:lvl3pPr>
          </a:lstStyle>
          <a:p>
            <a:pPr lvl="0"/>
            <a:r>
              <a:rPr lang="ja-JP" altLang="en-US"/>
              <a:t>テキストを編集 </a:t>
            </a:r>
            <a:r>
              <a:rPr lang="en-US" altLang="ja-JP"/>
              <a:t>Click to edit Master text styles</a:t>
            </a:r>
          </a:p>
        </p:txBody>
      </p:sp>
      <p:sp>
        <p:nvSpPr>
          <p:cNvPr id="14" name="Text Box 7">
            <a:extLst>
              <a:ext uri="{FF2B5EF4-FFF2-40B4-BE49-F238E27FC236}">
                <a16:creationId xmlns:a16="http://schemas.microsoft.com/office/drawing/2014/main" id="{435F7189-F3B5-944C-8B27-D0A86A22D4E8}"/>
              </a:ext>
            </a:extLst>
          </p:cNvPr>
          <p:cNvSpPr txBox="1">
            <a:spLocks noChangeArrowheads="1"/>
          </p:cNvSpPr>
          <p:nvPr userDrawn="1"/>
        </p:nvSpPr>
        <p:spPr bwMode="auto">
          <a:xfrm>
            <a:off x="10192407" y="6658913"/>
            <a:ext cx="1999593" cy="126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©︎2025 </a:t>
            </a:r>
            <a:r>
              <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アビーム</a:t>
            </a: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endParaRPr>
          </a:p>
        </p:txBody>
      </p:sp>
      <p:sp>
        <p:nvSpPr>
          <p:cNvPr id="15" name="Text Box 7">
            <a:extLst>
              <a:ext uri="{FF2B5EF4-FFF2-40B4-BE49-F238E27FC236}">
                <a16:creationId xmlns:a16="http://schemas.microsoft.com/office/drawing/2014/main" id="{03A9F2DA-1464-E246-B5E1-E77359608E84}"/>
              </a:ext>
            </a:extLst>
          </p:cNvPr>
          <p:cNvSpPr txBox="1">
            <a:spLocks noChangeArrowheads="1"/>
          </p:cNvSpPr>
          <p:nvPr userDrawn="1"/>
        </p:nvSpPr>
        <p:spPr bwMode="auto">
          <a:xfrm>
            <a:off x="9214946" y="6658913"/>
            <a:ext cx="882068" cy="12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a:lnSpc>
                <a:spcPct val="80000"/>
              </a:lnSpc>
              <a:spcBef>
                <a:spcPct val="0"/>
              </a:spcBef>
            </a:pPr>
            <a:r>
              <a:rPr lang="en-US" altLang="ja-JP"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rPr>
              <a:t>confidential</a:t>
            </a:r>
            <a:endParaRPr lang="ja-JP" altLang="en-US"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endParaRPr>
          </a:p>
        </p:txBody>
      </p:sp>
      <p:sp>
        <p:nvSpPr>
          <p:cNvPr id="11" name="タイトル 1">
            <a:extLst>
              <a:ext uri="{FF2B5EF4-FFF2-40B4-BE49-F238E27FC236}">
                <a16:creationId xmlns:a16="http://schemas.microsoft.com/office/drawing/2014/main" id="{25F26C02-72C8-4DB9-A080-952E4C0FA6D9}"/>
              </a:ext>
            </a:extLst>
          </p:cNvPr>
          <p:cNvSpPr txBox="1">
            <a:spLocks/>
          </p:cNvSpPr>
          <p:nvPr userDrawn="1"/>
        </p:nvSpPr>
        <p:spPr>
          <a:xfrm>
            <a:off x="609600" y="236221"/>
            <a:ext cx="10972800" cy="445247"/>
          </a:xfrm>
          <a:prstGeom prst="rect">
            <a:avLst/>
          </a:prstGeom>
        </p:spPr>
        <p:txBody>
          <a:bodyPr/>
          <a:lstStyle>
            <a:lvl1pPr algn="l" rtl="0" fontAlgn="base">
              <a:lnSpc>
                <a:spcPct val="100000"/>
              </a:lnSpc>
              <a:spcBef>
                <a:spcPct val="0"/>
              </a:spcBef>
              <a:spcAft>
                <a:spcPct val="0"/>
              </a:spcAft>
              <a:defRPr sz="2000" b="1" i="0" baseline="0">
                <a:solidFill>
                  <a:schemeClr val="tx1"/>
                </a:solidFill>
                <a:latin typeface="Yu Gothic" panose="020B0400000000000000" pitchFamily="34" charset="-128"/>
                <a:ea typeface="Yu Gothic" panose="020B0400000000000000" pitchFamily="34" charset="-128"/>
                <a:cs typeface="+mj-cs"/>
              </a:defRPr>
            </a:lvl1pPr>
            <a:lvl2pPr algn="l" rtl="0" fontAlgn="base">
              <a:spcBef>
                <a:spcPct val="0"/>
              </a:spcBef>
              <a:spcAft>
                <a:spcPct val="0"/>
              </a:spcAft>
              <a:defRPr sz="2400">
                <a:solidFill>
                  <a:schemeClr val="tx2"/>
                </a:solidFill>
                <a:latin typeface="Arial" charset="0"/>
                <a:ea typeface="ＭＳ Ｐゴシック" pitchFamily="50" charset="-128"/>
              </a:defRPr>
            </a:lvl2pPr>
            <a:lvl3pPr algn="l" rtl="0" fontAlgn="base">
              <a:spcBef>
                <a:spcPct val="0"/>
              </a:spcBef>
              <a:spcAft>
                <a:spcPct val="0"/>
              </a:spcAft>
              <a:defRPr sz="2400">
                <a:solidFill>
                  <a:schemeClr val="tx2"/>
                </a:solidFill>
                <a:latin typeface="Arial" charset="0"/>
                <a:ea typeface="ＭＳ Ｐゴシック" pitchFamily="50" charset="-128"/>
              </a:defRPr>
            </a:lvl3pPr>
            <a:lvl4pPr algn="l" rtl="0" fontAlgn="base">
              <a:spcBef>
                <a:spcPct val="0"/>
              </a:spcBef>
              <a:spcAft>
                <a:spcPct val="0"/>
              </a:spcAft>
              <a:defRPr sz="2400">
                <a:solidFill>
                  <a:schemeClr val="tx2"/>
                </a:solidFill>
                <a:latin typeface="Arial" charset="0"/>
                <a:ea typeface="ＭＳ Ｐゴシック" pitchFamily="50" charset="-128"/>
              </a:defRPr>
            </a:lvl4pPr>
            <a:lvl5pPr algn="l" rtl="0" fontAlgn="base">
              <a:spcBef>
                <a:spcPct val="0"/>
              </a:spcBef>
              <a:spcAft>
                <a:spcPct val="0"/>
              </a:spcAft>
              <a:defRPr sz="2400">
                <a:solidFill>
                  <a:schemeClr val="tx2"/>
                </a:solidFill>
                <a:latin typeface="Arial" charset="0"/>
                <a:ea typeface="ＭＳ Ｐゴシック" pitchFamily="50" charset="-128"/>
              </a:defRPr>
            </a:lvl5pPr>
            <a:lvl6pPr marL="457200" algn="l" rtl="0" fontAlgn="base">
              <a:spcBef>
                <a:spcPct val="0"/>
              </a:spcBef>
              <a:spcAft>
                <a:spcPct val="0"/>
              </a:spcAft>
              <a:defRPr sz="2400">
                <a:solidFill>
                  <a:schemeClr val="tx2"/>
                </a:solidFill>
                <a:latin typeface="Arial" charset="0"/>
                <a:ea typeface="ＭＳ Ｐゴシック" pitchFamily="50" charset="-128"/>
              </a:defRPr>
            </a:lvl6pPr>
            <a:lvl7pPr marL="914400" algn="l" rtl="0" fontAlgn="base">
              <a:spcBef>
                <a:spcPct val="0"/>
              </a:spcBef>
              <a:spcAft>
                <a:spcPct val="0"/>
              </a:spcAft>
              <a:defRPr sz="2400">
                <a:solidFill>
                  <a:schemeClr val="tx2"/>
                </a:solidFill>
                <a:latin typeface="Arial" charset="0"/>
                <a:ea typeface="ＭＳ Ｐゴシック" pitchFamily="50" charset="-128"/>
              </a:defRPr>
            </a:lvl7pPr>
            <a:lvl8pPr marL="1371600" algn="l" rtl="0" fontAlgn="base">
              <a:spcBef>
                <a:spcPct val="0"/>
              </a:spcBef>
              <a:spcAft>
                <a:spcPct val="0"/>
              </a:spcAft>
              <a:defRPr sz="2400">
                <a:solidFill>
                  <a:schemeClr val="tx2"/>
                </a:solidFill>
                <a:latin typeface="Arial" charset="0"/>
                <a:ea typeface="ＭＳ Ｐゴシック" pitchFamily="50" charset="-128"/>
              </a:defRPr>
            </a:lvl8pPr>
            <a:lvl9pPr marL="1828800" algn="l" rtl="0" fontAlgn="base">
              <a:spcBef>
                <a:spcPct val="0"/>
              </a:spcBef>
              <a:spcAft>
                <a:spcPct val="0"/>
              </a:spcAft>
              <a:defRPr sz="2400">
                <a:solidFill>
                  <a:schemeClr val="tx2"/>
                </a:solidFill>
                <a:latin typeface="Arial" charset="0"/>
                <a:ea typeface="ＭＳ Ｐゴシック" pitchFamily="50" charset="-128"/>
              </a:defRPr>
            </a:lvl9pPr>
          </a:lstStyle>
          <a:p>
            <a:pPr eaLnBrk="1" hangingPunct="1"/>
            <a:endParaRPr kumimoji="1" lang="ja-JP" altLang="en-US" kern="0"/>
          </a:p>
        </p:txBody>
      </p:sp>
      <p:sp>
        <p:nvSpPr>
          <p:cNvPr id="17" name="Rectangle 5">
            <a:extLst>
              <a:ext uri="{FF2B5EF4-FFF2-40B4-BE49-F238E27FC236}">
                <a16:creationId xmlns:a16="http://schemas.microsoft.com/office/drawing/2014/main" id="{3BAEFE9A-E04E-4B7D-A7DD-5C3D62A52ADF}"/>
              </a:ext>
            </a:extLst>
          </p:cNvPr>
          <p:cNvSpPr txBox="1">
            <a:spLocks noChangeArrowheads="1"/>
          </p:cNvSpPr>
          <p:nvPr userDrawn="1"/>
        </p:nvSpPr>
        <p:spPr bwMode="auto">
          <a:xfrm>
            <a:off x="288000" y="6630382"/>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algn="l" rtl="0" eaLnBrk="0" fontAlgn="base" hangingPunct="0">
              <a:lnSpc>
                <a:spcPct val="100000"/>
              </a:lnSpc>
              <a:spcBef>
                <a:spcPct val="0"/>
              </a:spcBef>
              <a:spcAft>
                <a:spcPct val="0"/>
              </a:spcAft>
              <a:defRPr sz="9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4572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2pPr>
            <a:lvl3pPr marL="9144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3pPr>
            <a:lvl4pPr marL="13716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4pPr>
            <a:lvl5pPr marL="18288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5pPr>
            <a:lvl6pPr marL="2286000" algn="l" defTabSz="914400" rtl="0" eaLnBrk="1" latinLnBrk="0" hangingPunct="1">
              <a:defRPr sz="1400" kern="1200">
                <a:solidFill>
                  <a:schemeClr val="tx1"/>
                </a:solidFill>
                <a:latin typeface="Arial" charset="0"/>
                <a:ea typeface="ＭＳ Ｐゴシック" pitchFamily="50" charset="-128"/>
                <a:cs typeface="+mn-cs"/>
              </a:defRPr>
            </a:lvl6pPr>
            <a:lvl7pPr marL="2743200" algn="l" defTabSz="914400" rtl="0" eaLnBrk="1" latinLnBrk="0" hangingPunct="1">
              <a:defRPr sz="1400" kern="1200">
                <a:solidFill>
                  <a:schemeClr val="tx1"/>
                </a:solidFill>
                <a:latin typeface="Arial" charset="0"/>
                <a:ea typeface="ＭＳ Ｐゴシック" pitchFamily="50" charset="-128"/>
                <a:cs typeface="+mn-cs"/>
              </a:defRPr>
            </a:lvl7pPr>
            <a:lvl8pPr marL="3200400" algn="l" defTabSz="914400" rtl="0" eaLnBrk="1" latinLnBrk="0" hangingPunct="1">
              <a:defRPr sz="1400" kern="1200">
                <a:solidFill>
                  <a:schemeClr val="tx1"/>
                </a:solidFill>
                <a:latin typeface="Arial" charset="0"/>
                <a:ea typeface="ＭＳ Ｐゴシック" pitchFamily="50" charset="-128"/>
                <a:cs typeface="+mn-cs"/>
              </a:defRPr>
            </a:lvl8pPr>
            <a:lvl9pPr marL="3657600" algn="l" defTabSz="914400" rtl="0" eaLnBrk="1" latinLnBrk="0" hangingPunct="1">
              <a:defRPr sz="1400" kern="1200">
                <a:solidFill>
                  <a:schemeClr val="tx1"/>
                </a:solidFill>
                <a:latin typeface="Arial" charset="0"/>
                <a:ea typeface="ＭＳ Ｐゴシック" pitchFamily="50" charset="-128"/>
                <a:cs typeface="+mn-cs"/>
              </a:defRPr>
            </a:lvl9pPr>
          </a:lstStyle>
          <a:p>
            <a:fld id="{53E59A0F-BB7A-4FFB-A1BA-8908693D5CBD}" type="slidenum">
              <a:rPr lang="ja-JP" altLang="en-US" sz="1100" b="0" i="0" baseline="0" smtClean="0">
                <a:solidFill>
                  <a:srgbClr val="FFFFFF"/>
                </a:solidFill>
                <a:latin typeface="+mn-ea"/>
                <a:ea typeface="+mn-ea"/>
              </a:rPr>
              <a:pPr/>
              <a:t>‹#›</a:t>
            </a:fld>
            <a:endParaRPr lang="en-US" altLang="ja-JP" sz="1100" b="0" i="0" baseline="0">
              <a:solidFill>
                <a:srgbClr val="FFFFFF"/>
              </a:solidFill>
              <a:latin typeface="+mn-ea"/>
              <a:ea typeface="+mn-ea"/>
            </a:endParaRPr>
          </a:p>
        </p:txBody>
      </p:sp>
      <p:sp>
        <p:nvSpPr>
          <p:cNvPr id="3" name="テキスト プレースホルダー 2">
            <a:extLst>
              <a:ext uri="{FF2B5EF4-FFF2-40B4-BE49-F238E27FC236}">
                <a16:creationId xmlns:a16="http://schemas.microsoft.com/office/drawing/2014/main" id="{428217C3-C340-426F-BAFD-88C68C15CF11}"/>
              </a:ext>
            </a:extLst>
          </p:cNvPr>
          <p:cNvSpPr>
            <a:spLocks noGrp="1"/>
          </p:cNvSpPr>
          <p:nvPr>
            <p:ph type="body" sz="quarter" idx="11" hasCustomPrompt="1"/>
          </p:nvPr>
        </p:nvSpPr>
        <p:spPr>
          <a:xfrm>
            <a:off x="288000" y="6336000"/>
            <a:ext cx="720000" cy="180000"/>
          </a:xfrm>
          <a:prstGeom prst="rect">
            <a:avLst/>
          </a:prstGeom>
        </p:spPr>
        <p:txBody>
          <a:bodyPr wrap="none" lIns="0" tIns="0" rIns="0" bIns="0" anchor="b"/>
          <a:lstStyle>
            <a:lvl1pPr marL="0" indent="0" algn="l">
              <a:spcBef>
                <a:spcPts val="0"/>
              </a:spcBef>
              <a:defRPr sz="1000"/>
            </a:lvl1pPr>
          </a:lstStyle>
          <a:p>
            <a:pPr lvl="0"/>
            <a:r>
              <a:rPr kumimoji="1" lang="ja-JP" altLang="en-US"/>
              <a:t>出所：</a:t>
            </a:r>
          </a:p>
        </p:txBody>
      </p:sp>
      <p:sp>
        <p:nvSpPr>
          <p:cNvPr id="8" name="テキスト プレースホルダー 7">
            <a:extLst>
              <a:ext uri="{FF2B5EF4-FFF2-40B4-BE49-F238E27FC236}">
                <a16:creationId xmlns:a16="http://schemas.microsoft.com/office/drawing/2014/main" id="{7DF99BD6-6757-41B8-94C3-545C90A5F8E0}"/>
              </a:ext>
            </a:extLst>
          </p:cNvPr>
          <p:cNvSpPr>
            <a:spLocks noGrp="1"/>
          </p:cNvSpPr>
          <p:nvPr>
            <p:ph type="body" sz="quarter" idx="12"/>
          </p:nvPr>
        </p:nvSpPr>
        <p:spPr>
          <a:xfrm>
            <a:off x="1470025" y="2178050"/>
            <a:ext cx="3903663" cy="1630363"/>
          </a:xfrm>
          <a:prstGeom prst="rect">
            <a:avLst/>
          </a:prstGeom>
        </p:spPr>
        <p:txBody>
          <a:bodyPr lIns="72000" tIns="72000" rIns="72000" bIns="72000"/>
          <a:lstStyle>
            <a:lvl1pPr marL="270000" indent="-270000">
              <a:lnSpc>
                <a:spcPct val="100000"/>
              </a:lnSpc>
              <a:spcBef>
                <a:spcPts val="300"/>
              </a:spcBef>
              <a:buFont typeface="Wingdings" panose="05000000000000000000" pitchFamily="2" charset="2"/>
              <a:buChar char="n"/>
              <a:defRPr sz="1600">
                <a:latin typeface="+mn-lt"/>
                <a:ea typeface="+mn-ea"/>
              </a:defRPr>
            </a:lvl1pPr>
            <a:lvl2pPr marL="540000" indent="-270000">
              <a:lnSpc>
                <a:spcPct val="100000"/>
              </a:lnSpc>
              <a:spcBef>
                <a:spcPts val="300"/>
              </a:spcBef>
              <a:buFont typeface="Arial" panose="020B0604020202020204" pitchFamily="34" charset="0"/>
              <a:buChar char="–"/>
              <a:defRPr sz="1600">
                <a:latin typeface="+mn-lt"/>
                <a:ea typeface="+mn-ea"/>
              </a:defRPr>
            </a:lvl2pPr>
            <a:lvl3pPr marL="810000" indent="-270000">
              <a:lnSpc>
                <a:spcPct val="100000"/>
              </a:lnSpc>
              <a:spcBef>
                <a:spcPts val="300"/>
              </a:spcBef>
              <a:buFont typeface="Arial" panose="020B0604020202020204" pitchFamily="34" charset="0"/>
              <a:buChar char="–"/>
              <a:defRPr sz="1600">
                <a:latin typeface="+mn-lt"/>
                <a:ea typeface="+mn-ea"/>
              </a:defRPr>
            </a:lvl3pPr>
            <a:lvl4pPr>
              <a:lnSpc>
                <a:spcPct val="100000"/>
              </a:lnSpc>
              <a:spcBef>
                <a:spcPts val="300"/>
              </a:spcBef>
              <a:defRPr sz="1600"/>
            </a:lvl4pPr>
            <a:lvl5pPr>
              <a:lnSpc>
                <a:spcPct val="100000"/>
              </a:lnSpc>
              <a:spcBef>
                <a:spcPts val="300"/>
              </a:spcBef>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199059015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中扉">
    <p:bg>
      <p:bgPr>
        <a:solidFill>
          <a:srgbClr val="FFFFFF"/>
        </a:solidFill>
        <a:effectLst/>
      </p:bgPr>
    </p:bg>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4A596544-D1C1-554A-9444-1CAFCDC94E10}"/>
              </a:ext>
            </a:extLst>
          </p:cNvPr>
          <p:cNvSpPr>
            <a:spLocks noGrp="1" noChangeArrowheads="1"/>
          </p:cNvSpPr>
          <p:nvPr>
            <p:ph type="title"/>
          </p:nvPr>
        </p:nvSpPr>
        <p:spPr bwMode="gray">
          <a:xfrm>
            <a:off x="1344295" y="3013848"/>
            <a:ext cx="5327438" cy="324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latin typeface="Segoe UI" panose="020B0502040204020203" pitchFamily="34" charset="0"/>
                <a:ea typeface="游ゴシック" panose="020B0400000000000000" pitchFamily="50" charset="-128"/>
              </a:defRPr>
            </a:lvl1pPr>
          </a:lstStyle>
          <a:p>
            <a:pPr lvl="0"/>
            <a:r>
              <a:rPr lang="ja-JP" altLang="en-US"/>
              <a:t>マスター タイトルの書式設定</a:t>
            </a:r>
            <a:endParaRPr lang="ja-JP" altLang="ja-JP"/>
          </a:p>
        </p:txBody>
      </p:sp>
      <p:sp>
        <p:nvSpPr>
          <p:cNvPr id="10" name="正方形/長方形 9">
            <a:extLst>
              <a:ext uri="{FF2B5EF4-FFF2-40B4-BE49-F238E27FC236}">
                <a16:creationId xmlns:a16="http://schemas.microsoft.com/office/drawing/2014/main" id="{B53324B6-CD34-5940-AFFE-6D19C979726A}"/>
              </a:ext>
            </a:extLst>
          </p:cNvPr>
          <p:cNvSpPr/>
          <p:nvPr userDrawn="1"/>
        </p:nvSpPr>
        <p:spPr bwMode="auto">
          <a:xfrm>
            <a:off x="1067038" y="3013849"/>
            <a:ext cx="45719" cy="827901"/>
          </a:xfrm>
          <a:prstGeom prst="rect">
            <a:avLst/>
          </a:prstGeom>
          <a:solidFill>
            <a:srgbClr val="333333"/>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2" name="Rectangle 3">
            <a:extLst>
              <a:ext uri="{FF2B5EF4-FFF2-40B4-BE49-F238E27FC236}">
                <a16:creationId xmlns:a16="http://schemas.microsoft.com/office/drawing/2014/main" id="{F685A9DB-EC76-CD45-985E-3580CDA0DBEE}"/>
              </a:ext>
            </a:extLst>
          </p:cNvPr>
          <p:cNvSpPr>
            <a:spLocks noGrp="1" noChangeArrowheads="1"/>
          </p:cNvSpPr>
          <p:nvPr>
            <p:ph type="subTitle" idx="1" hasCustomPrompt="1"/>
          </p:nvPr>
        </p:nvSpPr>
        <p:spPr>
          <a:xfrm>
            <a:off x="1344295" y="3564754"/>
            <a:ext cx="5327438" cy="324207"/>
          </a:xfrm>
          <a:prstGeom prst="rect">
            <a:avLst/>
          </a:prstGeom>
        </p:spPr>
        <p:txBody>
          <a:bodyPr lIns="0" tIns="0" rIns="0" bIns="0" anchor="ctr" anchorCtr="0"/>
          <a:lstStyle>
            <a:lvl1pPr marL="0" indent="0" algn="l">
              <a:lnSpc>
                <a:spcPct val="83000"/>
              </a:lnSpc>
              <a:defRPr sz="1650" b="0" i="0" baseline="0">
                <a:latin typeface="Segoe UI" panose="020B0502040204020203" pitchFamily="34" charset="0"/>
                <a:ea typeface="游ゴシック Medium" panose="020B0500000000000000" pitchFamily="50" charset="-128"/>
              </a:defRPr>
            </a:lvl1pPr>
          </a:lstStyle>
          <a:p>
            <a:pPr lvl="0"/>
            <a:r>
              <a:rPr lang="ja-JP" altLang="en-US" noProof="0"/>
              <a:t>サブタイトルを入力して下さい</a:t>
            </a:r>
            <a:endParaRPr lang="ja-JP" altLang="ja-JP" noProof="0"/>
          </a:p>
        </p:txBody>
      </p:sp>
      <p:pic>
        <p:nvPicPr>
          <p:cNvPr id="13" name="図 12">
            <a:extLst>
              <a:ext uri="{FF2B5EF4-FFF2-40B4-BE49-F238E27FC236}">
                <a16:creationId xmlns:a16="http://schemas.microsoft.com/office/drawing/2014/main" id="{877FEE07-52FD-2D4B-9EEA-954F5CAB10C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747000" y="0"/>
            <a:ext cx="4445000" cy="6858000"/>
          </a:xfrm>
          <a:prstGeom prst="rect">
            <a:avLst/>
          </a:prstGeom>
        </p:spPr>
      </p:pic>
    </p:spTree>
    <p:extLst>
      <p:ext uri="{BB962C8B-B14F-4D97-AF65-F5344CB8AC3E}">
        <p14:creationId xmlns:p14="http://schemas.microsoft.com/office/powerpoint/2010/main" val="4238785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裏表紙">
    <p:bg>
      <p:bgPr>
        <a:solidFill>
          <a:srgbClr val="F0EBE3"/>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A630C2DC-0AFD-A14A-A155-E9102C84A80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7059"/>
            <a:ext cx="12192000" cy="6858000"/>
          </a:xfrm>
          <a:prstGeom prst="rect">
            <a:avLst/>
          </a:prstGeom>
        </p:spPr>
      </p:pic>
      <p:sp>
        <p:nvSpPr>
          <p:cNvPr id="11" name="正方形/長方形 10">
            <a:extLst>
              <a:ext uri="{FF2B5EF4-FFF2-40B4-BE49-F238E27FC236}">
                <a16:creationId xmlns:a16="http://schemas.microsoft.com/office/drawing/2014/main" id="{034BBA46-799E-45DB-A332-AB9FCFB663BB}"/>
              </a:ext>
            </a:extLst>
          </p:cNvPr>
          <p:cNvSpPr/>
          <p:nvPr userDrawn="1"/>
        </p:nvSpPr>
        <p:spPr>
          <a:xfrm>
            <a:off x="346254" y="6177686"/>
            <a:ext cx="6096000" cy="343364"/>
          </a:xfrm>
          <a:prstGeom prst="rect">
            <a:avLst/>
          </a:prstGeom>
        </p:spPr>
        <p:txBody>
          <a:bodyPr>
            <a:spAutoFit/>
          </a:bodyPr>
          <a:lstStyle/>
          <a:p>
            <a:pPr>
              <a:lnSpc>
                <a:spcPts val="1000"/>
              </a:lnSpc>
            </a:pPr>
            <a:r>
              <a:rPr lang="ja-JP" altLang="en-US" sz="750" b="0" i="0" dirty="0">
                <a:solidFill>
                  <a:schemeClr val="tx1"/>
                </a:solidFill>
                <a:latin typeface="游ゴシック Medium" panose="020B0500000000000000" pitchFamily="50" charset="-128"/>
                <a:ea typeface="游ゴシック Medium" panose="020B0500000000000000" pitchFamily="50" charset="-128"/>
              </a:rPr>
              <a:t>アビーム、アビーム及びそのロゴは、アビームコンサルティング株式会社の日本その他の国における登録商標です。</a:t>
            </a:r>
            <a:endParaRPr lang="en-US" altLang="ja-JP" sz="750" b="0" i="0" dirty="0">
              <a:solidFill>
                <a:schemeClr val="tx1"/>
              </a:solidFill>
              <a:latin typeface="游ゴシック Medium" panose="020B0500000000000000" pitchFamily="50" charset="-128"/>
              <a:ea typeface="游ゴシック Medium" panose="020B0500000000000000" pitchFamily="50" charset="-128"/>
            </a:endParaRPr>
          </a:p>
          <a:p>
            <a:pPr>
              <a:lnSpc>
                <a:spcPts val="1000"/>
              </a:lnSpc>
            </a:pPr>
            <a:r>
              <a:rPr lang="ja-JP" altLang="en-US" sz="750" b="0" i="0" dirty="0">
                <a:solidFill>
                  <a:schemeClr val="tx1"/>
                </a:solidFill>
                <a:latin typeface="游ゴシック Medium" panose="020B0500000000000000" pitchFamily="50" charset="-128"/>
                <a:ea typeface="游ゴシック Medium" panose="020B0500000000000000" pitchFamily="50" charset="-128"/>
              </a:rPr>
              <a:t>本文に記載されている会社名及び製品名は各社の商号、商標又は登録商標です。</a:t>
            </a:r>
          </a:p>
        </p:txBody>
      </p:sp>
      <p:sp>
        <p:nvSpPr>
          <p:cNvPr id="13" name="Text Box 7">
            <a:extLst>
              <a:ext uri="{FF2B5EF4-FFF2-40B4-BE49-F238E27FC236}">
                <a16:creationId xmlns:a16="http://schemas.microsoft.com/office/drawing/2014/main" id="{F68DFEC9-6A9B-46F2-88EF-C89806189AC1}"/>
              </a:ext>
            </a:extLst>
          </p:cNvPr>
          <p:cNvSpPr txBox="1">
            <a:spLocks noChangeArrowheads="1"/>
          </p:cNvSpPr>
          <p:nvPr userDrawn="1"/>
        </p:nvSpPr>
        <p:spPr bwMode="auto">
          <a:xfrm>
            <a:off x="3891280" y="6376592"/>
            <a:ext cx="1532796" cy="9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©︎2024 </a:t>
            </a:r>
            <a:r>
              <a:rPr lang="ja-JP" altLang="en-US"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アビーム</a:t>
            </a:r>
            <a:r>
              <a:rPr lang="en-US" altLang="ja-JP"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endParaRPr>
          </a:p>
        </p:txBody>
      </p:sp>
      <p:grpSp>
        <p:nvGrpSpPr>
          <p:cNvPr id="10" name="グループ化 9">
            <a:extLst>
              <a:ext uri="{FF2B5EF4-FFF2-40B4-BE49-F238E27FC236}">
                <a16:creationId xmlns:a16="http://schemas.microsoft.com/office/drawing/2014/main" id="{C4FB8022-D725-48AC-8B72-BD45D244FFA1}"/>
              </a:ext>
            </a:extLst>
          </p:cNvPr>
          <p:cNvGrpSpPr/>
          <p:nvPr userDrawn="1"/>
        </p:nvGrpSpPr>
        <p:grpSpPr>
          <a:xfrm>
            <a:off x="9690416" y="5653004"/>
            <a:ext cx="2031692" cy="836697"/>
            <a:chOff x="9690416" y="5653004"/>
            <a:chExt cx="2031692" cy="836697"/>
          </a:xfrm>
        </p:grpSpPr>
        <p:pic>
          <p:nvPicPr>
            <p:cNvPr id="14" name="図 13">
              <a:extLst>
                <a:ext uri="{FF2B5EF4-FFF2-40B4-BE49-F238E27FC236}">
                  <a16:creationId xmlns:a16="http://schemas.microsoft.com/office/drawing/2014/main" id="{915AFB72-8115-45F3-9C89-087E8BA44A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90416" y="5653004"/>
              <a:ext cx="2026612" cy="479180"/>
            </a:xfrm>
            <a:prstGeom prst="rect">
              <a:avLst/>
            </a:prstGeom>
          </p:spPr>
        </p:pic>
        <p:pic>
          <p:nvPicPr>
            <p:cNvPr id="15" name="図 14">
              <a:extLst>
                <a:ext uri="{FF2B5EF4-FFF2-40B4-BE49-F238E27FC236}">
                  <a16:creationId xmlns:a16="http://schemas.microsoft.com/office/drawing/2014/main" id="{2D50A974-3774-4C81-A0A4-8D92F091BD5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5496" y="6275255"/>
              <a:ext cx="2026612" cy="214446"/>
            </a:xfrm>
            <a:prstGeom prst="rect">
              <a:avLst/>
            </a:prstGeom>
          </p:spPr>
        </p:pic>
      </p:grpSp>
    </p:spTree>
    <p:extLst>
      <p:ext uri="{BB962C8B-B14F-4D97-AF65-F5344CB8AC3E}">
        <p14:creationId xmlns:p14="http://schemas.microsoft.com/office/powerpoint/2010/main" val="80192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bg bwMode="blackGray">
      <p:bgPr>
        <a:solidFill>
          <a:srgbClr val="FFFFFF"/>
        </a:solidFill>
        <a:effectLst/>
      </p:bgPr>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DFAAC7C-515B-4B4B-BDA7-C1794BA767B5}"/>
              </a:ext>
            </a:extLst>
          </p:cNvPr>
          <p:cNvGraphicFramePr>
            <a:graphicFrameLocks noChangeAspect="1"/>
          </p:cNvGraphicFramePr>
          <p:nvPr userDrawn="1">
            <p:custDataLst>
              <p:tags r:id="rId1"/>
            </p:custDataLst>
            <p:extLst>
              <p:ext uri="{D42A27DB-BD31-4B8C-83A1-F6EECF244321}">
                <p14:modId xmlns:p14="http://schemas.microsoft.com/office/powerpoint/2010/main" val="61777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81" imgH="381" progId="TCLayout.ActiveDocument.1">
                  <p:embed/>
                </p:oleObj>
              </mc:Choice>
              <mc:Fallback>
                <p:oleObj name="think-cellスライド" r:id="rId3" imgW="381" imgH="381" progId="TCLayout.ActiveDocument.1">
                  <p:embed/>
                  <p:pic>
                    <p:nvPicPr>
                      <p:cNvPr id="6" name="オブジェクト 5" hidden="1">
                        <a:extLst>
                          <a:ext uri="{FF2B5EF4-FFF2-40B4-BE49-F238E27FC236}">
                            <a16:creationId xmlns:a16="http://schemas.microsoft.com/office/drawing/2014/main" id="{FDFAAC7C-515B-4B4B-BDA7-C1794BA767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AFC1A82B-D38C-B340-856A-7E05371FCB6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0" y="0"/>
            <a:ext cx="12192000" cy="1371600"/>
          </a:xfrm>
          <a:prstGeom prst="rect">
            <a:avLst/>
          </a:prstGeom>
        </p:spPr>
      </p:pic>
      <p:sp>
        <p:nvSpPr>
          <p:cNvPr id="4" name="正方形/長方形 3">
            <a:extLst>
              <a:ext uri="{FF2B5EF4-FFF2-40B4-BE49-F238E27FC236}">
                <a16:creationId xmlns:a16="http://schemas.microsoft.com/office/drawing/2014/main" id="{5D9ED153-B006-F74D-980E-64C53313540E}"/>
              </a:ext>
            </a:extLst>
          </p:cNvPr>
          <p:cNvSpPr/>
          <p:nvPr userDrawn="1"/>
        </p:nvSpPr>
        <p:spPr bwMode="auto">
          <a:xfrm>
            <a:off x="0" y="6554792"/>
            <a:ext cx="12192000" cy="305076"/>
          </a:xfrm>
          <a:prstGeom prst="rect">
            <a:avLst/>
          </a:prstGeom>
          <a:solidFill>
            <a:schemeClr val="tx1"/>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Rectangle 3">
            <a:extLst>
              <a:ext uri="{FF2B5EF4-FFF2-40B4-BE49-F238E27FC236}">
                <a16:creationId xmlns:a16="http://schemas.microsoft.com/office/drawing/2014/main" id="{163BD6B8-5A89-F34E-9290-D1B7621492F2}"/>
              </a:ext>
            </a:extLst>
          </p:cNvPr>
          <p:cNvSpPr>
            <a:spLocks noGrp="1" noChangeArrowheads="1"/>
          </p:cNvSpPr>
          <p:nvPr>
            <p:ph type="title" hasCustomPrompt="1"/>
          </p:nvPr>
        </p:nvSpPr>
        <p:spPr bwMode="gray">
          <a:xfrm>
            <a:off x="595036" y="104786"/>
            <a:ext cx="10079142" cy="55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solidFill>
                  <a:schemeClr val="tx1"/>
                </a:solidFill>
                <a:latin typeface="Segoe UI" panose="020B0502040204020203" pitchFamily="34" charset="0"/>
              </a:defRPr>
            </a:lvl1pPr>
          </a:lstStyle>
          <a:p>
            <a:pPr lvl="0"/>
            <a:r>
              <a:rPr lang="ja-JP" altLang="en-US"/>
              <a:t>ページタイトルを入力して下さい</a:t>
            </a:r>
            <a:br>
              <a:rPr lang="en-US" altLang="ja-JP"/>
            </a:br>
            <a:r>
              <a:rPr lang="en-US" altLang="ja-JP"/>
              <a:t>Click to edit page title</a:t>
            </a:r>
            <a:endParaRPr lang="ja-JP" altLang="ja-JP"/>
          </a:p>
        </p:txBody>
      </p:sp>
      <p:sp>
        <p:nvSpPr>
          <p:cNvPr id="12" name="正方形/長方形 11">
            <a:extLst>
              <a:ext uri="{FF2B5EF4-FFF2-40B4-BE49-F238E27FC236}">
                <a16:creationId xmlns:a16="http://schemas.microsoft.com/office/drawing/2014/main" id="{4EF2AA17-4971-204E-BB8D-226B4B370A32}"/>
              </a:ext>
            </a:extLst>
          </p:cNvPr>
          <p:cNvSpPr/>
          <p:nvPr userDrawn="1"/>
        </p:nvSpPr>
        <p:spPr bwMode="auto">
          <a:xfrm>
            <a:off x="380337" y="83867"/>
            <a:ext cx="72000" cy="576000"/>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D17C5232-3A91-E147-AF8A-FD29D3E4452E}"/>
              </a:ext>
            </a:extLst>
          </p:cNvPr>
          <p:cNvSpPr>
            <a:spLocks noGrp="1"/>
          </p:cNvSpPr>
          <p:nvPr>
            <p:ph idx="10" hasCustomPrompt="1"/>
          </p:nvPr>
        </p:nvSpPr>
        <p:spPr>
          <a:xfrm>
            <a:off x="609600" y="837655"/>
            <a:ext cx="10620000" cy="360000"/>
          </a:xfrm>
          <a:prstGeom prst="rect">
            <a:avLst/>
          </a:prstGeom>
        </p:spPr>
        <p:txBody>
          <a:bodyPr lIns="0" tIns="0" rIns="0" bIns="0"/>
          <a:lstStyle>
            <a:lvl1pPr>
              <a:defRPr lang="en-US" altLang="ja-JP" sz="1800">
                <a:latin typeface="Segoe UI" panose="020B0502040204020203" pitchFamily="34" charset="0"/>
                <a:ea typeface="游ゴシック Medium" panose="020B0500000000000000" pitchFamily="50" charset="-128"/>
              </a:defRPr>
            </a:lvl1pPr>
          </a:lstStyle>
          <a:p>
            <a:pPr marL="0" lvl="0" indent="0">
              <a:spcBef>
                <a:spcPts val="0"/>
              </a:spcBef>
            </a:pPr>
            <a:r>
              <a:rPr lang="ja-JP" altLang="en-US"/>
              <a:t>テキストを編集 </a:t>
            </a:r>
            <a:r>
              <a:rPr lang="en-US" altLang="ja-JP"/>
              <a:t>Click to edit Master text styles</a:t>
            </a:r>
          </a:p>
        </p:txBody>
      </p:sp>
      <p:sp>
        <p:nvSpPr>
          <p:cNvPr id="14" name="Text Box 7">
            <a:extLst>
              <a:ext uri="{FF2B5EF4-FFF2-40B4-BE49-F238E27FC236}">
                <a16:creationId xmlns:a16="http://schemas.microsoft.com/office/drawing/2014/main" id="{435F7189-F3B5-944C-8B27-D0A86A22D4E8}"/>
              </a:ext>
            </a:extLst>
          </p:cNvPr>
          <p:cNvSpPr txBox="1">
            <a:spLocks noChangeArrowheads="1"/>
          </p:cNvSpPr>
          <p:nvPr userDrawn="1"/>
        </p:nvSpPr>
        <p:spPr bwMode="auto">
          <a:xfrm>
            <a:off x="10192407" y="6658913"/>
            <a:ext cx="1999593" cy="126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©︎2025 </a:t>
            </a:r>
            <a:r>
              <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アビーム</a:t>
            </a: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endParaRPr>
          </a:p>
        </p:txBody>
      </p:sp>
      <p:sp>
        <p:nvSpPr>
          <p:cNvPr id="15" name="Text Box 7">
            <a:extLst>
              <a:ext uri="{FF2B5EF4-FFF2-40B4-BE49-F238E27FC236}">
                <a16:creationId xmlns:a16="http://schemas.microsoft.com/office/drawing/2014/main" id="{03A9F2DA-1464-E246-B5E1-E77359608E84}"/>
              </a:ext>
            </a:extLst>
          </p:cNvPr>
          <p:cNvSpPr txBox="1">
            <a:spLocks noChangeArrowheads="1"/>
          </p:cNvSpPr>
          <p:nvPr userDrawn="1"/>
        </p:nvSpPr>
        <p:spPr bwMode="auto">
          <a:xfrm>
            <a:off x="9214946" y="6658913"/>
            <a:ext cx="882068" cy="12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a:lnSpc>
                <a:spcPct val="80000"/>
              </a:lnSpc>
              <a:spcBef>
                <a:spcPct val="0"/>
              </a:spcBef>
            </a:pPr>
            <a:r>
              <a:rPr lang="en-US" altLang="ja-JP"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rPr>
              <a:t>confidential</a:t>
            </a:r>
            <a:endParaRPr lang="ja-JP" altLang="en-US"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endParaRPr>
          </a:p>
        </p:txBody>
      </p:sp>
      <p:sp>
        <p:nvSpPr>
          <p:cNvPr id="11" name="タイトル 1">
            <a:extLst>
              <a:ext uri="{FF2B5EF4-FFF2-40B4-BE49-F238E27FC236}">
                <a16:creationId xmlns:a16="http://schemas.microsoft.com/office/drawing/2014/main" id="{25F26C02-72C8-4DB9-A080-952E4C0FA6D9}"/>
              </a:ext>
            </a:extLst>
          </p:cNvPr>
          <p:cNvSpPr txBox="1">
            <a:spLocks/>
          </p:cNvSpPr>
          <p:nvPr userDrawn="1"/>
        </p:nvSpPr>
        <p:spPr>
          <a:xfrm>
            <a:off x="609600" y="236221"/>
            <a:ext cx="10972800" cy="445247"/>
          </a:xfrm>
          <a:prstGeom prst="rect">
            <a:avLst/>
          </a:prstGeom>
        </p:spPr>
        <p:txBody>
          <a:bodyPr/>
          <a:lstStyle>
            <a:lvl1pPr algn="l" rtl="0" fontAlgn="base">
              <a:lnSpc>
                <a:spcPct val="100000"/>
              </a:lnSpc>
              <a:spcBef>
                <a:spcPct val="0"/>
              </a:spcBef>
              <a:spcAft>
                <a:spcPct val="0"/>
              </a:spcAft>
              <a:defRPr sz="2000" b="1" i="0" baseline="0">
                <a:solidFill>
                  <a:schemeClr val="tx1"/>
                </a:solidFill>
                <a:latin typeface="Yu Gothic" panose="020B0400000000000000" pitchFamily="34" charset="-128"/>
                <a:ea typeface="Yu Gothic" panose="020B0400000000000000" pitchFamily="34" charset="-128"/>
                <a:cs typeface="+mj-cs"/>
              </a:defRPr>
            </a:lvl1pPr>
            <a:lvl2pPr algn="l" rtl="0" fontAlgn="base">
              <a:spcBef>
                <a:spcPct val="0"/>
              </a:spcBef>
              <a:spcAft>
                <a:spcPct val="0"/>
              </a:spcAft>
              <a:defRPr sz="2400">
                <a:solidFill>
                  <a:schemeClr val="tx2"/>
                </a:solidFill>
                <a:latin typeface="Arial" charset="0"/>
                <a:ea typeface="ＭＳ Ｐゴシック" pitchFamily="50" charset="-128"/>
              </a:defRPr>
            </a:lvl2pPr>
            <a:lvl3pPr algn="l" rtl="0" fontAlgn="base">
              <a:spcBef>
                <a:spcPct val="0"/>
              </a:spcBef>
              <a:spcAft>
                <a:spcPct val="0"/>
              </a:spcAft>
              <a:defRPr sz="2400">
                <a:solidFill>
                  <a:schemeClr val="tx2"/>
                </a:solidFill>
                <a:latin typeface="Arial" charset="0"/>
                <a:ea typeface="ＭＳ Ｐゴシック" pitchFamily="50" charset="-128"/>
              </a:defRPr>
            </a:lvl3pPr>
            <a:lvl4pPr algn="l" rtl="0" fontAlgn="base">
              <a:spcBef>
                <a:spcPct val="0"/>
              </a:spcBef>
              <a:spcAft>
                <a:spcPct val="0"/>
              </a:spcAft>
              <a:defRPr sz="2400">
                <a:solidFill>
                  <a:schemeClr val="tx2"/>
                </a:solidFill>
                <a:latin typeface="Arial" charset="0"/>
                <a:ea typeface="ＭＳ Ｐゴシック" pitchFamily="50" charset="-128"/>
              </a:defRPr>
            </a:lvl4pPr>
            <a:lvl5pPr algn="l" rtl="0" fontAlgn="base">
              <a:spcBef>
                <a:spcPct val="0"/>
              </a:spcBef>
              <a:spcAft>
                <a:spcPct val="0"/>
              </a:spcAft>
              <a:defRPr sz="2400">
                <a:solidFill>
                  <a:schemeClr val="tx2"/>
                </a:solidFill>
                <a:latin typeface="Arial" charset="0"/>
                <a:ea typeface="ＭＳ Ｐゴシック" pitchFamily="50" charset="-128"/>
              </a:defRPr>
            </a:lvl5pPr>
            <a:lvl6pPr marL="457200" algn="l" rtl="0" fontAlgn="base">
              <a:spcBef>
                <a:spcPct val="0"/>
              </a:spcBef>
              <a:spcAft>
                <a:spcPct val="0"/>
              </a:spcAft>
              <a:defRPr sz="2400">
                <a:solidFill>
                  <a:schemeClr val="tx2"/>
                </a:solidFill>
                <a:latin typeface="Arial" charset="0"/>
                <a:ea typeface="ＭＳ Ｐゴシック" pitchFamily="50" charset="-128"/>
              </a:defRPr>
            </a:lvl6pPr>
            <a:lvl7pPr marL="914400" algn="l" rtl="0" fontAlgn="base">
              <a:spcBef>
                <a:spcPct val="0"/>
              </a:spcBef>
              <a:spcAft>
                <a:spcPct val="0"/>
              </a:spcAft>
              <a:defRPr sz="2400">
                <a:solidFill>
                  <a:schemeClr val="tx2"/>
                </a:solidFill>
                <a:latin typeface="Arial" charset="0"/>
                <a:ea typeface="ＭＳ Ｐゴシック" pitchFamily="50" charset="-128"/>
              </a:defRPr>
            </a:lvl7pPr>
            <a:lvl8pPr marL="1371600" algn="l" rtl="0" fontAlgn="base">
              <a:spcBef>
                <a:spcPct val="0"/>
              </a:spcBef>
              <a:spcAft>
                <a:spcPct val="0"/>
              </a:spcAft>
              <a:defRPr sz="2400">
                <a:solidFill>
                  <a:schemeClr val="tx2"/>
                </a:solidFill>
                <a:latin typeface="Arial" charset="0"/>
                <a:ea typeface="ＭＳ Ｐゴシック" pitchFamily="50" charset="-128"/>
              </a:defRPr>
            </a:lvl8pPr>
            <a:lvl9pPr marL="1828800" algn="l" rtl="0" fontAlgn="base">
              <a:spcBef>
                <a:spcPct val="0"/>
              </a:spcBef>
              <a:spcAft>
                <a:spcPct val="0"/>
              </a:spcAft>
              <a:defRPr sz="2400">
                <a:solidFill>
                  <a:schemeClr val="tx2"/>
                </a:solidFill>
                <a:latin typeface="Arial" charset="0"/>
                <a:ea typeface="ＭＳ Ｐゴシック" pitchFamily="50" charset="-128"/>
              </a:defRPr>
            </a:lvl9pPr>
          </a:lstStyle>
          <a:p>
            <a:pPr eaLnBrk="1" hangingPunct="1"/>
            <a:endParaRPr kumimoji="1" lang="ja-JP" altLang="en-US" kern="0"/>
          </a:p>
        </p:txBody>
      </p:sp>
      <p:sp>
        <p:nvSpPr>
          <p:cNvPr id="17" name="Rectangle 5">
            <a:extLst>
              <a:ext uri="{FF2B5EF4-FFF2-40B4-BE49-F238E27FC236}">
                <a16:creationId xmlns:a16="http://schemas.microsoft.com/office/drawing/2014/main" id="{3BAEFE9A-E04E-4B7D-A7DD-5C3D62A52ADF}"/>
              </a:ext>
            </a:extLst>
          </p:cNvPr>
          <p:cNvSpPr txBox="1">
            <a:spLocks noChangeArrowheads="1"/>
          </p:cNvSpPr>
          <p:nvPr userDrawn="1"/>
        </p:nvSpPr>
        <p:spPr bwMode="auto">
          <a:xfrm>
            <a:off x="288000" y="6630382"/>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algn="l" rtl="0" eaLnBrk="0" fontAlgn="base" hangingPunct="0">
              <a:lnSpc>
                <a:spcPct val="100000"/>
              </a:lnSpc>
              <a:spcBef>
                <a:spcPct val="0"/>
              </a:spcBef>
              <a:spcAft>
                <a:spcPct val="0"/>
              </a:spcAft>
              <a:defRPr sz="9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4572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2pPr>
            <a:lvl3pPr marL="9144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3pPr>
            <a:lvl4pPr marL="13716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4pPr>
            <a:lvl5pPr marL="18288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5pPr>
            <a:lvl6pPr marL="2286000" algn="l" defTabSz="914400" rtl="0" eaLnBrk="1" latinLnBrk="0" hangingPunct="1">
              <a:defRPr sz="1400" kern="1200">
                <a:solidFill>
                  <a:schemeClr val="tx1"/>
                </a:solidFill>
                <a:latin typeface="Arial" charset="0"/>
                <a:ea typeface="ＭＳ Ｐゴシック" pitchFamily="50" charset="-128"/>
                <a:cs typeface="+mn-cs"/>
              </a:defRPr>
            </a:lvl6pPr>
            <a:lvl7pPr marL="2743200" algn="l" defTabSz="914400" rtl="0" eaLnBrk="1" latinLnBrk="0" hangingPunct="1">
              <a:defRPr sz="1400" kern="1200">
                <a:solidFill>
                  <a:schemeClr val="tx1"/>
                </a:solidFill>
                <a:latin typeface="Arial" charset="0"/>
                <a:ea typeface="ＭＳ Ｐゴシック" pitchFamily="50" charset="-128"/>
                <a:cs typeface="+mn-cs"/>
              </a:defRPr>
            </a:lvl7pPr>
            <a:lvl8pPr marL="3200400" algn="l" defTabSz="914400" rtl="0" eaLnBrk="1" latinLnBrk="0" hangingPunct="1">
              <a:defRPr sz="1400" kern="1200">
                <a:solidFill>
                  <a:schemeClr val="tx1"/>
                </a:solidFill>
                <a:latin typeface="Arial" charset="0"/>
                <a:ea typeface="ＭＳ Ｐゴシック" pitchFamily="50" charset="-128"/>
                <a:cs typeface="+mn-cs"/>
              </a:defRPr>
            </a:lvl8pPr>
            <a:lvl9pPr marL="3657600" algn="l" defTabSz="914400" rtl="0" eaLnBrk="1" latinLnBrk="0" hangingPunct="1">
              <a:defRPr sz="1400" kern="1200">
                <a:solidFill>
                  <a:schemeClr val="tx1"/>
                </a:solidFill>
                <a:latin typeface="Arial" charset="0"/>
                <a:ea typeface="ＭＳ Ｐゴシック" pitchFamily="50" charset="-128"/>
                <a:cs typeface="+mn-cs"/>
              </a:defRPr>
            </a:lvl9pPr>
          </a:lstStyle>
          <a:p>
            <a:fld id="{53E59A0F-BB7A-4FFB-A1BA-8908693D5CBD}" type="slidenum">
              <a:rPr lang="ja-JP" altLang="en-US" sz="1100" b="0" i="0" baseline="0" smtClean="0">
                <a:solidFill>
                  <a:srgbClr val="FFFFFF"/>
                </a:solidFill>
                <a:latin typeface="+mn-ea"/>
                <a:ea typeface="+mn-ea"/>
              </a:rPr>
              <a:pPr/>
              <a:t>‹#›</a:t>
            </a:fld>
            <a:endParaRPr lang="en-US" altLang="ja-JP" sz="1100" b="0" i="0" baseline="0">
              <a:solidFill>
                <a:srgbClr val="FFFFFF"/>
              </a:solidFill>
              <a:latin typeface="+mn-ea"/>
              <a:ea typeface="+mn-ea"/>
            </a:endParaRPr>
          </a:p>
        </p:txBody>
      </p:sp>
      <p:sp>
        <p:nvSpPr>
          <p:cNvPr id="3" name="テキスト プレースホルダー 2">
            <a:extLst>
              <a:ext uri="{FF2B5EF4-FFF2-40B4-BE49-F238E27FC236}">
                <a16:creationId xmlns:a16="http://schemas.microsoft.com/office/drawing/2014/main" id="{428217C3-C340-426F-BAFD-88C68C15CF11}"/>
              </a:ext>
            </a:extLst>
          </p:cNvPr>
          <p:cNvSpPr>
            <a:spLocks noGrp="1"/>
          </p:cNvSpPr>
          <p:nvPr>
            <p:ph type="body" sz="quarter" idx="11" hasCustomPrompt="1"/>
          </p:nvPr>
        </p:nvSpPr>
        <p:spPr>
          <a:xfrm>
            <a:off x="288000" y="6336000"/>
            <a:ext cx="720000" cy="180000"/>
          </a:xfrm>
          <a:prstGeom prst="rect">
            <a:avLst/>
          </a:prstGeom>
        </p:spPr>
        <p:txBody>
          <a:bodyPr wrap="none" lIns="0" tIns="0" rIns="0" bIns="0" anchor="b"/>
          <a:lstStyle>
            <a:lvl1pPr marL="0" indent="0" algn="l">
              <a:spcBef>
                <a:spcPts val="0"/>
              </a:spcBef>
              <a:defRPr sz="1000"/>
            </a:lvl1pPr>
          </a:lstStyle>
          <a:p>
            <a:pPr lvl="0"/>
            <a:r>
              <a:rPr kumimoji="1" lang="ja-JP" altLang="en-US"/>
              <a:t>出所：</a:t>
            </a:r>
          </a:p>
        </p:txBody>
      </p:sp>
    </p:spTree>
    <p:extLst>
      <p:ext uri="{BB962C8B-B14F-4D97-AF65-F5344CB8AC3E}">
        <p14:creationId xmlns:p14="http://schemas.microsoft.com/office/powerpoint/2010/main" val="892806421"/>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テキストボックス用マスタ">
    <p:bg>
      <p:bgPr>
        <a:solidFill>
          <a:srgbClr val="FFFFFF"/>
        </a:solidFill>
        <a:effectLst/>
      </p:bgPr>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DFAAC7C-515B-4B4B-BDA7-C1794BA767B5}"/>
              </a:ext>
            </a:extLst>
          </p:cNvPr>
          <p:cNvGraphicFramePr>
            <a:graphicFrameLocks noChangeAspect="1"/>
          </p:cNvGraphicFramePr>
          <p:nvPr userDrawn="1">
            <p:custDataLst>
              <p:tags r:id="rId1"/>
            </p:custDataLst>
            <p:extLst>
              <p:ext uri="{D42A27DB-BD31-4B8C-83A1-F6EECF244321}">
                <p14:modId xmlns:p14="http://schemas.microsoft.com/office/powerpoint/2010/main" val="61777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81" imgH="381" progId="TCLayout.ActiveDocument.1">
                  <p:embed/>
                </p:oleObj>
              </mc:Choice>
              <mc:Fallback>
                <p:oleObj name="think-cellスライド" r:id="rId3" imgW="381" imgH="381" progId="TCLayout.ActiveDocument.1">
                  <p:embed/>
                  <p:pic>
                    <p:nvPicPr>
                      <p:cNvPr id="6" name="オブジェクト 5" hidden="1">
                        <a:extLst>
                          <a:ext uri="{FF2B5EF4-FFF2-40B4-BE49-F238E27FC236}">
                            <a16:creationId xmlns:a16="http://schemas.microsoft.com/office/drawing/2014/main" id="{FDFAAC7C-515B-4B4B-BDA7-C1794BA767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AFC1A82B-D38C-B340-856A-7E05371FCB6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0" y="0"/>
            <a:ext cx="12192000" cy="1371600"/>
          </a:xfrm>
          <a:prstGeom prst="rect">
            <a:avLst/>
          </a:prstGeom>
        </p:spPr>
      </p:pic>
      <p:sp>
        <p:nvSpPr>
          <p:cNvPr id="4" name="正方形/長方形 3">
            <a:extLst>
              <a:ext uri="{FF2B5EF4-FFF2-40B4-BE49-F238E27FC236}">
                <a16:creationId xmlns:a16="http://schemas.microsoft.com/office/drawing/2014/main" id="{5D9ED153-B006-F74D-980E-64C53313540E}"/>
              </a:ext>
            </a:extLst>
          </p:cNvPr>
          <p:cNvSpPr/>
          <p:nvPr userDrawn="1"/>
        </p:nvSpPr>
        <p:spPr bwMode="auto">
          <a:xfrm>
            <a:off x="0" y="6554792"/>
            <a:ext cx="12192000" cy="305076"/>
          </a:xfrm>
          <a:prstGeom prst="rect">
            <a:avLst/>
          </a:prstGeom>
          <a:solidFill>
            <a:schemeClr val="tx1"/>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Rectangle 3">
            <a:extLst>
              <a:ext uri="{FF2B5EF4-FFF2-40B4-BE49-F238E27FC236}">
                <a16:creationId xmlns:a16="http://schemas.microsoft.com/office/drawing/2014/main" id="{163BD6B8-5A89-F34E-9290-D1B7621492F2}"/>
              </a:ext>
            </a:extLst>
          </p:cNvPr>
          <p:cNvSpPr>
            <a:spLocks noGrp="1" noChangeArrowheads="1"/>
          </p:cNvSpPr>
          <p:nvPr>
            <p:ph type="title" hasCustomPrompt="1"/>
          </p:nvPr>
        </p:nvSpPr>
        <p:spPr bwMode="gray">
          <a:xfrm>
            <a:off x="595036" y="104786"/>
            <a:ext cx="10079142" cy="554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solidFill>
                  <a:schemeClr val="tx1"/>
                </a:solidFill>
                <a:latin typeface="Segoe UI" panose="020B0502040204020203" pitchFamily="34" charset="0"/>
              </a:defRPr>
            </a:lvl1pPr>
          </a:lstStyle>
          <a:p>
            <a:pPr lvl="0"/>
            <a:r>
              <a:rPr lang="ja-JP" altLang="en-US"/>
              <a:t>ページタイトルを入力して下さい</a:t>
            </a:r>
            <a:br>
              <a:rPr lang="en-US" altLang="ja-JP"/>
            </a:br>
            <a:r>
              <a:rPr lang="en-US" altLang="ja-JP"/>
              <a:t>Click to edit page title</a:t>
            </a:r>
            <a:endParaRPr lang="ja-JP" altLang="ja-JP"/>
          </a:p>
        </p:txBody>
      </p:sp>
      <p:sp>
        <p:nvSpPr>
          <p:cNvPr id="12" name="正方形/長方形 11">
            <a:extLst>
              <a:ext uri="{FF2B5EF4-FFF2-40B4-BE49-F238E27FC236}">
                <a16:creationId xmlns:a16="http://schemas.microsoft.com/office/drawing/2014/main" id="{4EF2AA17-4971-204E-BB8D-226B4B370A32}"/>
              </a:ext>
            </a:extLst>
          </p:cNvPr>
          <p:cNvSpPr/>
          <p:nvPr userDrawn="1"/>
        </p:nvSpPr>
        <p:spPr bwMode="auto">
          <a:xfrm>
            <a:off x="380337" y="83867"/>
            <a:ext cx="72000" cy="576000"/>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D17C5232-3A91-E147-AF8A-FD29D3E4452E}"/>
              </a:ext>
            </a:extLst>
          </p:cNvPr>
          <p:cNvSpPr>
            <a:spLocks noGrp="1"/>
          </p:cNvSpPr>
          <p:nvPr>
            <p:ph idx="10" hasCustomPrompt="1"/>
          </p:nvPr>
        </p:nvSpPr>
        <p:spPr>
          <a:xfrm>
            <a:off x="609600" y="837655"/>
            <a:ext cx="10620000" cy="360000"/>
          </a:xfrm>
          <a:prstGeom prst="rect">
            <a:avLst/>
          </a:prstGeom>
        </p:spPr>
        <p:txBody>
          <a:bodyPr lIns="0" tIns="0" rIns="0" bIns="0"/>
          <a:lstStyle>
            <a:lvl1pPr marL="0" indent="0">
              <a:lnSpc>
                <a:spcPct val="100000"/>
              </a:lnSpc>
              <a:spcBef>
                <a:spcPts val="0"/>
              </a:spcBef>
              <a:defRPr sz="1800" baseline="0">
                <a:solidFill>
                  <a:schemeClr val="tx1"/>
                </a:solidFill>
                <a:latin typeface="Segoe UI" panose="020B0502040204020203" pitchFamily="34" charset="0"/>
                <a:ea typeface="游ゴシック Medium" panose="020B0500000000000000" pitchFamily="50" charset="-128"/>
              </a:defRPr>
            </a:lvl1pPr>
            <a:lvl2pPr>
              <a:lnSpc>
                <a:spcPct val="100000"/>
              </a:lnSpc>
              <a:defRPr>
                <a:solidFill>
                  <a:schemeClr val="bg2"/>
                </a:solidFill>
              </a:defRPr>
            </a:lvl2pPr>
            <a:lvl3pPr>
              <a:lnSpc>
                <a:spcPct val="100000"/>
              </a:lnSpc>
              <a:defRPr>
                <a:solidFill>
                  <a:schemeClr val="bg2"/>
                </a:solidFill>
              </a:defRPr>
            </a:lvl3pPr>
          </a:lstStyle>
          <a:p>
            <a:pPr lvl="0"/>
            <a:r>
              <a:rPr lang="ja-JP" altLang="en-US"/>
              <a:t>テキストを編集 </a:t>
            </a:r>
            <a:r>
              <a:rPr lang="en-US" altLang="ja-JP"/>
              <a:t>Click to edit Master text styles</a:t>
            </a:r>
          </a:p>
        </p:txBody>
      </p:sp>
      <p:sp>
        <p:nvSpPr>
          <p:cNvPr id="14" name="Text Box 7">
            <a:extLst>
              <a:ext uri="{FF2B5EF4-FFF2-40B4-BE49-F238E27FC236}">
                <a16:creationId xmlns:a16="http://schemas.microsoft.com/office/drawing/2014/main" id="{435F7189-F3B5-944C-8B27-D0A86A22D4E8}"/>
              </a:ext>
            </a:extLst>
          </p:cNvPr>
          <p:cNvSpPr txBox="1">
            <a:spLocks noChangeArrowheads="1"/>
          </p:cNvSpPr>
          <p:nvPr userDrawn="1"/>
        </p:nvSpPr>
        <p:spPr bwMode="auto">
          <a:xfrm>
            <a:off x="10192407" y="6658913"/>
            <a:ext cx="1999593" cy="126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©︎2025 </a:t>
            </a:r>
            <a:r>
              <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アビーム</a:t>
            </a:r>
            <a:r>
              <a:rPr lang="en-US" altLang="ja-JP"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1000" b="0" i="0" spc="30" baseline="0" dirty="0">
              <a:solidFill>
                <a:schemeClr val="bg1"/>
              </a:solidFill>
              <a:latin typeface="Segoe UI" panose="020B0502040204020203" pitchFamily="34" charset="0"/>
              <a:ea typeface="Tazugane Gothic StdN Book" panose="020B0603020203020204" pitchFamily="34" charset="-128"/>
              <a:cs typeface="Meiryo UI" panose="020B0604030504040204" pitchFamily="50" charset="-128"/>
            </a:endParaRPr>
          </a:p>
        </p:txBody>
      </p:sp>
      <p:sp>
        <p:nvSpPr>
          <p:cNvPr id="15" name="Text Box 7">
            <a:extLst>
              <a:ext uri="{FF2B5EF4-FFF2-40B4-BE49-F238E27FC236}">
                <a16:creationId xmlns:a16="http://schemas.microsoft.com/office/drawing/2014/main" id="{03A9F2DA-1464-E246-B5E1-E77359608E84}"/>
              </a:ext>
            </a:extLst>
          </p:cNvPr>
          <p:cNvSpPr txBox="1">
            <a:spLocks noChangeArrowheads="1"/>
          </p:cNvSpPr>
          <p:nvPr userDrawn="1"/>
        </p:nvSpPr>
        <p:spPr bwMode="auto">
          <a:xfrm>
            <a:off x="9214946" y="6658913"/>
            <a:ext cx="882068" cy="12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a:lnSpc>
                <a:spcPct val="80000"/>
              </a:lnSpc>
              <a:spcBef>
                <a:spcPct val="0"/>
              </a:spcBef>
            </a:pPr>
            <a:r>
              <a:rPr lang="en-US" altLang="ja-JP"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rPr>
              <a:t>confidential</a:t>
            </a:r>
            <a:endParaRPr lang="ja-JP" altLang="en-US" sz="1000" b="0" i="0" spc="80" baseline="0">
              <a:solidFill>
                <a:srgbClr val="FFFFFF"/>
              </a:solidFill>
              <a:latin typeface="Segoe UI" panose="020B0502040204020203" pitchFamily="34" charset="0"/>
              <a:ea typeface="Meiryo UI" panose="020B0604030504040204" pitchFamily="50" charset="-128"/>
              <a:cs typeface="Meiryo UI" panose="020B0604030504040204" pitchFamily="50" charset="-128"/>
            </a:endParaRPr>
          </a:p>
        </p:txBody>
      </p:sp>
      <p:sp>
        <p:nvSpPr>
          <p:cNvPr id="11" name="タイトル 1">
            <a:extLst>
              <a:ext uri="{FF2B5EF4-FFF2-40B4-BE49-F238E27FC236}">
                <a16:creationId xmlns:a16="http://schemas.microsoft.com/office/drawing/2014/main" id="{25F26C02-72C8-4DB9-A080-952E4C0FA6D9}"/>
              </a:ext>
            </a:extLst>
          </p:cNvPr>
          <p:cNvSpPr txBox="1">
            <a:spLocks/>
          </p:cNvSpPr>
          <p:nvPr userDrawn="1"/>
        </p:nvSpPr>
        <p:spPr>
          <a:xfrm>
            <a:off x="609600" y="236221"/>
            <a:ext cx="10972800" cy="445247"/>
          </a:xfrm>
          <a:prstGeom prst="rect">
            <a:avLst/>
          </a:prstGeom>
        </p:spPr>
        <p:txBody>
          <a:bodyPr/>
          <a:lstStyle>
            <a:lvl1pPr algn="l" rtl="0" fontAlgn="base">
              <a:lnSpc>
                <a:spcPct val="100000"/>
              </a:lnSpc>
              <a:spcBef>
                <a:spcPct val="0"/>
              </a:spcBef>
              <a:spcAft>
                <a:spcPct val="0"/>
              </a:spcAft>
              <a:defRPr sz="2000" b="1" i="0" baseline="0">
                <a:solidFill>
                  <a:schemeClr val="tx1"/>
                </a:solidFill>
                <a:latin typeface="Yu Gothic" panose="020B0400000000000000" pitchFamily="34" charset="-128"/>
                <a:ea typeface="Yu Gothic" panose="020B0400000000000000" pitchFamily="34" charset="-128"/>
                <a:cs typeface="+mj-cs"/>
              </a:defRPr>
            </a:lvl1pPr>
            <a:lvl2pPr algn="l" rtl="0" fontAlgn="base">
              <a:spcBef>
                <a:spcPct val="0"/>
              </a:spcBef>
              <a:spcAft>
                <a:spcPct val="0"/>
              </a:spcAft>
              <a:defRPr sz="2400">
                <a:solidFill>
                  <a:schemeClr val="tx2"/>
                </a:solidFill>
                <a:latin typeface="Arial" charset="0"/>
                <a:ea typeface="ＭＳ Ｐゴシック" pitchFamily="50" charset="-128"/>
              </a:defRPr>
            </a:lvl2pPr>
            <a:lvl3pPr algn="l" rtl="0" fontAlgn="base">
              <a:spcBef>
                <a:spcPct val="0"/>
              </a:spcBef>
              <a:spcAft>
                <a:spcPct val="0"/>
              </a:spcAft>
              <a:defRPr sz="2400">
                <a:solidFill>
                  <a:schemeClr val="tx2"/>
                </a:solidFill>
                <a:latin typeface="Arial" charset="0"/>
                <a:ea typeface="ＭＳ Ｐゴシック" pitchFamily="50" charset="-128"/>
              </a:defRPr>
            </a:lvl3pPr>
            <a:lvl4pPr algn="l" rtl="0" fontAlgn="base">
              <a:spcBef>
                <a:spcPct val="0"/>
              </a:spcBef>
              <a:spcAft>
                <a:spcPct val="0"/>
              </a:spcAft>
              <a:defRPr sz="2400">
                <a:solidFill>
                  <a:schemeClr val="tx2"/>
                </a:solidFill>
                <a:latin typeface="Arial" charset="0"/>
                <a:ea typeface="ＭＳ Ｐゴシック" pitchFamily="50" charset="-128"/>
              </a:defRPr>
            </a:lvl4pPr>
            <a:lvl5pPr algn="l" rtl="0" fontAlgn="base">
              <a:spcBef>
                <a:spcPct val="0"/>
              </a:spcBef>
              <a:spcAft>
                <a:spcPct val="0"/>
              </a:spcAft>
              <a:defRPr sz="2400">
                <a:solidFill>
                  <a:schemeClr val="tx2"/>
                </a:solidFill>
                <a:latin typeface="Arial" charset="0"/>
                <a:ea typeface="ＭＳ Ｐゴシック" pitchFamily="50" charset="-128"/>
              </a:defRPr>
            </a:lvl5pPr>
            <a:lvl6pPr marL="457200" algn="l" rtl="0" fontAlgn="base">
              <a:spcBef>
                <a:spcPct val="0"/>
              </a:spcBef>
              <a:spcAft>
                <a:spcPct val="0"/>
              </a:spcAft>
              <a:defRPr sz="2400">
                <a:solidFill>
                  <a:schemeClr val="tx2"/>
                </a:solidFill>
                <a:latin typeface="Arial" charset="0"/>
                <a:ea typeface="ＭＳ Ｐゴシック" pitchFamily="50" charset="-128"/>
              </a:defRPr>
            </a:lvl6pPr>
            <a:lvl7pPr marL="914400" algn="l" rtl="0" fontAlgn="base">
              <a:spcBef>
                <a:spcPct val="0"/>
              </a:spcBef>
              <a:spcAft>
                <a:spcPct val="0"/>
              </a:spcAft>
              <a:defRPr sz="2400">
                <a:solidFill>
                  <a:schemeClr val="tx2"/>
                </a:solidFill>
                <a:latin typeface="Arial" charset="0"/>
                <a:ea typeface="ＭＳ Ｐゴシック" pitchFamily="50" charset="-128"/>
              </a:defRPr>
            </a:lvl7pPr>
            <a:lvl8pPr marL="1371600" algn="l" rtl="0" fontAlgn="base">
              <a:spcBef>
                <a:spcPct val="0"/>
              </a:spcBef>
              <a:spcAft>
                <a:spcPct val="0"/>
              </a:spcAft>
              <a:defRPr sz="2400">
                <a:solidFill>
                  <a:schemeClr val="tx2"/>
                </a:solidFill>
                <a:latin typeface="Arial" charset="0"/>
                <a:ea typeface="ＭＳ Ｐゴシック" pitchFamily="50" charset="-128"/>
              </a:defRPr>
            </a:lvl8pPr>
            <a:lvl9pPr marL="1828800" algn="l" rtl="0" fontAlgn="base">
              <a:spcBef>
                <a:spcPct val="0"/>
              </a:spcBef>
              <a:spcAft>
                <a:spcPct val="0"/>
              </a:spcAft>
              <a:defRPr sz="2400">
                <a:solidFill>
                  <a:schemeClr val="tx2"/>
                </a:solidFill>
                <a:latin typeface="Arial" charset="0"/>
                <a:ea typeface="ＭＳ Ｐゴシック" pitchFamily="50" charset="-128"/>
              </a:defRPr>
            </a:lvl9pPr>
          </a:lstStyle>
          <a:p>
            <a:pPr eaLnBrk="1" hangingPunct="1"/>
            <a:endParaRPr kumimoji="1" lang="ja-JP" altLang="en-US" kern="0"/>
          </a:p>
        </p:txBody>
      </p:sp>
      <p:sp>
        <p:nvSpPr>
          <p:cNvPr id="17" name="Rectangle 5">
            <a:extLst>
              <a:ext uri="{FF2B5EF4-FFF2-40B4-BE49-F238E27FC236}">
                <a16:creationId xmlns:a16="http://schemas.microsoft.com/office/drawing/2014/main" id="{3BAEFE9A-E04E-4B7D-A7DD-5C3D62A52ADF}"/>
              </a:ext>
            </a:extLst>
          </p:cNvPr>
          <p:cNvSpPr txBox="1">
            <a:spLocks noChangeArrowheads="1"/>
          </p:cNvSpPr>
          <p:nvPr userDrawn="1"/>
        </p:nvSpPr>
        <p:spPr bwMode="auto">
          <a:xfrm>
            <a:off x="288000" y="6630382"/>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algn="l" rtl="0" eaLnBrk="0" fontAlgn="base" hangingPunct="0">
              <a:lnSpc>
                <a:spcPct val="100000"/>
              </a:lnSpc>
              <a:spcBef>
                <a:spcPct val="0"/>
              </a:spcBef>
              <a:spcAft>
                <a:spcPct val="0"/>
              </a:spcAft>
              <a:defRPr sz="9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4572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2pPr>
            <a:lvl3pPr marL="9144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3pPr>
            <a:lvl4pPr marL="13716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4pPr>
            <a:lvl5pPr marL="18288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5pPr>
            <a:lvl6pPr marL="2286000" algn="l" defTabSz="914400" rtl="0" eaLnBrk="1" latinLnBrk="0" hangingPunct="1">
              <a:defRPr sz="1400" kern="1200">
                <a:solidFill>
                  <a:schemeClr val="tx1"/>
                </a:solidFill>
                <a:latin typeface="Arial" charset="0"/>
                <a:ea typeface="ＭＳ Ｐゴシック" pitchFamily="50" charset="-128"/>
                <a:cs typeface="+mn-cs"/>
              </a:defRPr>
            </a:lvl6pPr>
            <a:lvl7pPr marL="2743200" algn="l" defTabSz="914400" rtl="0" eaLnBrk="1" latinLnBrk="0" hangingPunct="1">
              <a:defRPr sz="1400" kern="1200">
                <a:solidFill>
                  <a:schemeClr val="tx1"/>
                </a:solidFill>
                <a:latin typeface="Arial" charset="0"/>
                <a:ea typeface="ＭＳ Ｐゴシック" pitchFamily="50" charset="-128"/>
                <a:cs typeface="+mn-cs"/>
              </a:defRPr>
            </a:lvl7pPr>
            <a:lvl8pPr marL="3200400" algn="l" defTabSz="914400" rtl="0" eaLnBrk="1" latinLnBrk="0" hangingPunct="1">
              <a:defRPr sz="1400" kern="1200">
                <a:solidFill>
                  <a:schemeClr val="tx1"/>
                </a:solidFill>
                <a:latin typeface="Arial" charset="0"/>
                <a:ea typeface="ＭＳ Ｐゴシック" pitchFamily="50" charset="-128"/>
                <a:cs typeface="+mn-cs"/>
              </a:defRPr>
            </a:lvl8pPr>
            <a:lvl9pPr marL="3657600" algn="l" defTabSz="914400" rtl="0" eaLnBrk="1" latinLnBrk="0" hangingPunct="1">
              <a:defRPr sz="1400" kern="1200">
                <a:solidFill>
                  <a:schemeClr val="tx1"/>
                </a:solidFill>
                <a:latin typeface="Arial" charset="0"/>
                <a:ea typeface="ＭＳ Ｐゴシック" pitchFamily="50" charset="-128"/>
                <a:cs typeface="+mn-cs"/>
              </a:defRPr>
            </a:lvl9pPr>
          </a:lstStyle>
          <a:p>
            <a:fld id="{53E59A0F-BB7A-4FFB-A1BA-8908693D5CBD}" type="slidenum">
              <a:rPr lang="ja-JP" altLang="en-US" sz="1100" b="0" i="0" baseline="0" smtClean="0">
                <a:solidFill>
                  <a:srgbClr val="FFFFFF"/>
                </a:solidFill>
                <a:latin typeface="+mn-ea"/>
                <a:ea typeface="+mn-ea"/>
              </a:rPr>
              <a:pPr/>
              <a:t>‹#›</a:t>
            </a:fld>
            <a:endParaRPr lang="en-US" altLang="ja-JP" sz="1100" b="0" i="0" baseline="0">
              <a:solidFill>
                <a:srgbClr val="FFFFFF"/>
              </a:solidFill>
              <a:latin typeface="+mn-ea"/>
              <a:ea typeface="+mn-ea"/>
            </a:endParaRPr>
          </a:p>
        </p:txBody>
      </p:sp>
      <p:sp>
        <p:nvSpPr>
          <p:cNvPr id="3" name="テキスト プレースホルダー 2">
            <a:extLst>
              <a:ext uri="{FF2B5EF4-FFF2-40B4-BE49-F238E27FC236}">
                <a16:creationId xmlns:a16="http://schemas.microsoft.com/office/drawing/2014/main" id="{428217C3-C340-426F-BAFD-88C68C15CF11}"/>
              </a:ext>
            </a:extLst>
          </p:cNvPr>
          <p:cNvSpPr>
            <a:spLocks noGrp="1"/>
          </p:cNvSpPr>
          <p:nvPr>
            <p:ph type="body" sz="quarter" idx="11" hasCustomPrompt="1"/>
          </p:nvPr>
        </p:nvSpPr>
        <p:spPr>
          <a:xfrm>
            <a:off x="288000" y="6336000"/>
            <a:ext cx="720000" cy="180000"/>
          </a:xfrm>
          <a:prstGeom prst="rect">
            <a:avLst/>
          </a:prstGeom>
        </p:spPr>
        <p:txBody>
          <a:bodyPr wrap="none" lIns="0" tIns="0" rIns="0" bIns="0" anchor="b"/>
          <a:lstStyle>
            <a:lvl1pPr marL="0" indent="0" algn="l">
              <a:spcBef>
                <a:spcPts val="0"/>
              </a:spcBef>
              <a:defRPr sz="1000"/>
            </a:lvl1pPr>
          </a:lstStyle>
          <a:p>
            <a:pPr lvl="0"/>
            <a:r>
              <a:rPr kumimoji="1" lang="ja-JP" altLang="en-US"/>
              <a:t>出所：</a:t>
            </a:r>
          </a:p>
        </p:txBody>
      </p:sp>
      <p:sp>
        <p:nvSpPr>
          <p:cNvPr id="8" name="テキスト プレースホルダー 7">
            <a:extLst>
              <a:ext uri="{FF2B5EF4-FFF2-40B4-BE49-F238E27FC236}">
                <a16:creationId xmlns:a16="http://schemas.microsoft.com/office/drawing/2014/main" id="{7DF99BD6-6757-41B8-94C3-545C90A5F8E0}"/>
              </a:ext>
            </a:extLst>
          </p:cNvPr>
          <p:cNvSpPr>
            <a:spLocks noGrp="1"/>
          </p:cNvSpPr>
          <p:nvPr>
            <p:ph type="body" sz="quarter" idx="12"/>
          </p:nvPr>
        </p:nvSpPr>
        <p:spPr>
          <a:xfrm>
            <a:off x="1470025" y="2178050"/>
            <a:ext cx="3903663" cy="1630363"/>
          </a:xfrm>
          <a:prstGeom prst="rect">
            <a:avLst/>
          </a:prstGeom>
        </p:spPr>
        <p:txBody>
          <a:bodyPr lIns="72000" tIns="72000" rIns="72000" bIns="72000"/>
          <a:lstStyle>
            <a:lvl1pPr marL="270000" indent="-270000">
              <a:lnSpc>
                <a:spcPct val="100000"/>
              </a:lnSpc>
              <a:spcBef>
                <a:spcPts val="300"/>
              </a:spcBef>
              <a:buFont typeface="Wingdings" panose="05000000000000000000" pitchFamily="2" charset="2"/>
              <a:buChar char="n"/>
              <a:defRPr sz="1600">
                <a:latin typeface="+mn-lt"/>
                <a:ea typeface="+mn-ea"/>
              </a:defRPr>
            </a:lvl1pPr>
            <a:lvl2pPr marL="540000" indent="-270000">
              <a:lnSpc>
                <a:spcPct val="100000"/>
              </a:lnSpc>
              <a:spcBef>
                <a:spcPts val="300"/>
              </a:spcBef>
              <a:buFont typeface="Arial" panose="020B0604020202020204" pitchFamily="34" charset="0"/>
              <a:buChar char="–"/>
              <a:defRPr sz="1600">
                <a:latin typeface="+mn-lt"/>
                <a:ea typeface="+mn-ea"/>
              </a:defRPr>
            </a:lvl2pPr>
            <a:lvl3pPr marL="810000" indent="-270000">
              <a:lnSpc>
                <a:spcPct val="100000"/>
              </a:lnSpc>
              <a:spcBef>
                <a:spcPts val="300"/>
              </a:spcBef>
              <a:buFont typeface="Arial" panose="020B0604020202020204" pitchFamily="34" charset="0"/>
              <a:buChar char="–"/>
              <a:defRPr sz="1600">
                <a:latin typeface="+mn-lt"/>
                <a:ea typeface="+mn-ea"/>
              </a:defRPr>
            </a:lvl3pPr>
            <a:lvl4pPr>
              <a:lnSpc>
                <a:spcPct val="100000"/>
              </a:lnSpc>
              <a:spcBef>
                <a:spcPts val="300"/>
              </a:spcBef>
              <a:defRPr sz="1600"/>
            </a:lvl4pPr>
            <a:lvl5pPr>
              <a:lnSpc>
                <a:spcPct val="100000"/>
              </a:lnSpc>
              <a:spcBef>
                <a:spcPts val="300"/>
              </a:spcBef>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870130427"/>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裏表紙">
    <p:bg>
      <p:bgPr>
        <a:solidFill>
          <a:srgbClr val="F0EBE3"/>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A630C2DC-0AFD-A14A-A155-E9102C84A80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7059"/>
            <a:ext cx="12192000" cy="6858000"/>
          </a:xfrm>
          <a:prstGeom prst="rect">
            <a:avLst/>
          </a:prstGeom>
        </p:spPr>
      </p:pic>
      <p:sp>
        <p:nvSpPr>
          <p:cNvPr id="11" name="正方形/長方形 10">
            <a:extLst>
              <a:ext uri="{FF2B5EF4-FFF2-40B4-BE49-F238E27FC236}">
                <a16:creationId xmlns:a16="http://schemas.microsoft.com/office/drawing/2014/main" id="{034BBA46-799E-45DB-A332-AB9FCFB663BB}"/>
              </a:ext>
            </a:extLst>
          </p:cNvPr>
          <p:cNvSpPr/>
          <p:nvPr userDrawn="1"/>
        </p:nvSpPr>
        <p:spPr>
          <a:xfrm>
            <a:off x="346254" y="6177686"/>
            <a:ext cx="6096000" cy="343364"/>
          </a:xfrm>
          <a:prstGeom prst="rect">
            <a:avLst/>
          </a:prstGeom>
        </p:spPr>
        <p:txBody>
          <a:bodyPr>
            <a:spAutoFit/>
          </a:bodyPr>
          <a:lstStyle/>
          <a:p>
            <a:pPr>
              <a:lnSpc>
                <a:spcPts val="1000"/>
              </a:lnSpc>
            </a:pPr>
            <a:r>
              <a:rPr lang="ja-JP" altLang="en-US" sz="750" b="0" i="0" dirty="0">
                <a:solidFill>
                  <a:schemeClr val="tx1"/>
                </a:solidFill>
                <a:latin typeface="游ゴシック Medium" panose="020B0500000000000000" pitchFamily="50" charset="-128"/>
                <a:ea typeface="游ゴシック Medium" panose="020B0500000000000000" pitchFamily="50" charset="-128"/>
              </a:rPr>
              <a:t>アビーム、アビーム及びそのロゴは、アビームコンサルティング株式会社の日本その他の国における登録商標です。</a:t>
            </a:r>
            <a:endParaRPr lang="en-US" altLang="ja-JP" sz="750" b="0" i="0" dirty="0">
              <a:solidFill>
                <a:schemeClr val="tx1"/>
              </a:solidFill>
              <a:latin typeface="游ゴシック Medium" panose="020B0500000000000000" pitchFamily="50" charset="-128"/>
              <a:ea typeface="游ゴシック Medium" panose="020B0500000000000000" pitchFamily="50" charset="-128"/>
            </a:endParaRPr>
          </a:p>
          <a:p>
            <a:pPr>
              <a:lnSpc>
                <a:spcPts val="1000"/>
              </a:lnSpc>
            </a:pPr>
            <a:r>
              <a:rPr lang="ja-JP" altLang="en-US" sz="750" b="0" i="0" dirty="0">
                <a:solidFill>
                  <a:schemeClr val="tx1"/>
                </a:solidFill>
                <a:latin typeface="游ゴシック Medium" panose="020B0500000000000000" pitchFamily="50" charset="-128"/>
                <a:ea typeface="游ゴシック Medium" panose="020B0500000000000000" pitchFamily="50" charset="-128"/>
              </a:rPr>
              <a:t>本文に記載されている会社名及び製品名は各社の商号、商標又は登録商標です。</a:t>
            </a:r>
          </a:p>
        </p:txBody>
      </p:sp>
      <p:sp>
        <p:nvSpPr>
          <p:cNvPr id="13" name="Text Box 7">
            <a:extLst>
              <a:ext uri="{FF2B5EF4-FFF2-40B4-BE49-F238E27FC236}">
                <a16:creationId xmlns:a16="http://schemas.microsoft.com/office/drawing/2014/main" id="{F68DFEC9-6A9B-46F2-88EF-C89806189AC1}"/>
              </a:ext>
            </a:extLst>
          </p:cNvPr>
          <p:cNvSpPr txBox="1">
            <a:spLocks noChangeArrowheads="1"/>
          </p:cNvSpPr>
          <p:nvPr userDrawn="1"/>
        </p:nvSpPr>
        <p:spPr bwMode="auto">
          <a:xfrm>
            <a:off x="3891280" y="6376592"/>
            <a:ext cx="1532796" cy="9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l">
              <a:lnSpc>
                <a:spcPct val="80000"/>
              </a:lnSpc>
              <a:spcBef>
                <a:spcPct val="0"/>
              </a:spcBef>
            </a:pPr>
            <a:r>
              <a:rPr lang="en-US" altLang="ja-JP"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©︎2024 </a:t>
            </a:r>
            <a:r>
              <a:rPr lang="ja-JP" altLang="en-US"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アビーム</a:t>
            </a:r>
            <a:r>
              <a:rPr lang="en-US" altLang="ja-JP"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750" b="0" i="0" spc="30" baseline="0" dirty="0">
              <a:solidFill>
                <a:schemeClr val="tx1"/>
              </a:solidFill>
              <a:latin typeface="Segoe UI" panose="020B0502040204020203" pitchFamily="34" charset="0"/>
              <a:ea typeface="Tazugane Gothic StdN Book" panose="020B0603020203020204" pitchFamily="34" charset="-128"/>
              <a:cs typeface="Meiryo UI" panose="020B0604030504040204" pitchFamily="50" charset="-128"/>
            </a:endParaRPr>
          </a:p>
        </p:txBody>
      </p:sp>
      <p:grpSp>
        <p:nvGrpSpPr>
          <p:cNvPr id="10" name="グループ化 9">
            <a:extLst>
              <a:ext uri="{FF2B5EF4-FFF2-40B4-BE49-F238E27FC236}">
                <a16:creationId xmlns:a16="http://schemas.microsoft.com/office/drawing/2014/main" id="{C4FB8022-D725-48AC-8B72-BD45D244FFA1}"/>
              </a:ext>
            </a:extLst>
          </p:cNvPr>
          <p:cNvGrpSpPr/>
          <p:nvPr userDrawn="1"/>
        </p:nvGrpSpPr>
        <p:grpSpPr>
          <a:xfrm>
            <a:off x="9690416" y="5653004"/>
            <a:ext cx="2031692" cy="836697"/>
            <a:chOff x="9690416" y="5653004"/>
            <a:chExt cx="2031692" cy="836697"/>
          </a:xfrm>
        </p:grpSpPr>
        <p:pic>
          <p:nvPicPr>
            <p:cNvPr id="14" name="図 13">
              <a:extLst>
                <a:ext uri="{FF2B5EF4-FFF2-40B4-BE49-F238E27FC236}">
                  <a16:creationId xmlns:a16="http://schemas.microsoft.com/office/drawing/2014/main" id="{915AFB72-8115-45F3-9C89-087E8BA44A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90416" y="5653004"/>
              <a:ext cx="2026612" cy="479180"/>
            </a:xfrm>
            <a:prstGeom prst="rect">
              <a:avLst/>
            </a:prstGeom>
          </p:spPr>
        </p:pic>
        <p:pic>
          <p:nvPicPr>
            <p:cNvPr id="15" name="図 14">
              <a:extLst>
                <a:ext uri="{FF2B5EF4-FFF2-40B4-BE49-F238E27FC236}">
                  <a16:creationId xmlns:a16="http://schemas.microsoft.com/office/drawing/2014/main" id="{2D50A974-3774-4C81-A0A4-8D92F091BD5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5496" y="6275255"/>
              <a:ext cx="2026612" cy="214446"/>
            </a:xfrm>
            <a:prstGeom prst="rect">
              <a:avLst/>
            </a:prstGeom>
          </p:spPr>
        </p:pic>
      </p:grpSp>
    </p:spTree>
    <p:extLst>
      <p:ext uri="{BB962C8B-B14F-4D97-AF65-F5344CB8AC3E}">
        <p14:creationId xmlns:p14="http://schemas.microsoft.com/office/powerpoint/2010/main" val="1028670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ubtitle">
    <p:spTree>
      <p:nvGrpSpPr>
        <p:cNvPr id="1" name=""/>
        <p:cNvGrpSpPr/>
        <p:nvPr/>
      </p:nvGrpSpPr>
      <p:grpSpPr>
        <a:xfrm>
          <a:off x="0" y="0"/>
          <a:ext cx="0" cy="0"/>
          <a:chOff x="0" y="0"/>
          <a:chExt cx="0" cy="0"/>
        </a:xfrm>
      </p:grpSpPr>
      <p:sp>
        <p:nvSpPr>
          <p:cNvPr id="9" name="Text Placeholder 1">
            <a:extLst>
              <a:ext uri="{FF2B5EF4-FFF2-40B4-BE49-F238E27FC236}">
                <a16:creationId xmlns:a16="http://schemas.microsoft.com/office/drawing/2014/main" id="{03785D5B-A9EC-46EA-962E-260FE62F10E2}"/>
              </a:ext>
            </a:extLst>
          </p:cNvPr>
          <p:cNvSpPr>
            <a:spLocks noGrp="1"/>
          </p:cNvSpPr>
          <p:nvPr>
            <p:ph type="body" sz="quarter" idx="14" hasCustomPrompt="1"/>
          </p:nvPr>
        </p:nvSpPr>
        <p:spPr>
          <a:xfrm>
            <a:off x="289559" y="855663"/>
            <a:ext cx="11612880" cy="557784"/>
          </a:xfrm>
        </p:spPr>
        <p:txBody>
          <a:bodyPr/>
          <a:lstStyle>
            <a:lvl1pPr>
              <a:lnSpc>
                <a:spcPct val="120000"/>
              </a:lnSpc>
              <a:spcBef>
                <a:spcPts val="0"/>
              </a:spcBef>
              <a:defRPr>
                <a:latin typeface="+mn-lt"/>
                <a:ea typeface="+mn-ea"/>
              </a:defRPr>
            </a:lvl1pPr>
          </a:lstStyle>
          <a:p>
            <a:pPr lvl="0"/>
            <a:r>
              <a:rPr lang="en-US" dirty="0"/>
              <a:t>Click to edit Master text styles</a:t>
            </a:r>
          </a:p>
        </p:txBody>
      </p:sp>
      <p:sp>
        <p:nvSpPr>
          <p:cNvPr id="2" name="タイトル 1">
            <a:extLst>
              <a:ext uri="{FF2B5EF4-FFF2-40B4-BE49-F238E27FC236}">
                <a16:creationId xmlns:a16="http://schemas.microsoft.com/office/drawing/2014/main" id="{B916FEAC-8CDC-7E1B-14BF-2AD59CE332F1}"/>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617AE797-6580-6D09-C08F-547A5B2E9D65}"/>
              </a:ext>
            </a:extLst>
          </p:cNvPr>
          <p:cNvSpPr>
            <a:spLocks noGrp="1"/>
          </p:cNvSpPr>
          <p:nvPr>
            <p:ph type="ftr" sz="quarter" idx="15"/>
          </p:nvPr>
        </p:nvSpPr>
        <p:spPr>
          <a:xfrm>
            <a:off x="274320" y="6464808"/>
            <a:ext cx="894476" cy="123111"/>
          </a:xfrm>
          <a:prstGeom prst="rect">
            <a:avLst/>
          </a:prstGeom>
        </p:spPr>
        <p:txBody>
          <a:bodyPr/>
          <a:lstStyle/>
          <a:p>
            <a:r>
              <a:rPr kumimoji="1" lang="ja-JP" altLang="en-US"/>
              <a:t>フッター</a:t>
            </a:r>
            <a:r>
              <a:rPr kumimoji="1" lang="en-US" altLang="ja-JP"/>
              <a:t>(Optional)</a:t>
            </a:r>
            <a:endParaRPr kumimoji="1" lang="ja-JP" altLang="en-US"/>
          </a:p>
        </p:txBody>
      </p:sp>
      <p:sp>
        <p:nvSpPr>
          <p:cNvPr id="4" name="スライド番号プレースホルダー 3">
            <a:extLst>
              <a:ext uri="{FF2B5EF4-FFF2-40B4-BE49-F238E27FC236}">
                <a16:creationId xmlns:a16="http://schemas.microsoft.com/office/drawing/2014/main" id="{B3A9BD52-1F56-A71B-F927-CD0784C13905}"/>
              </a:ext>
            </a:extLst>
          </p:cNvPr>
          <p:cNvSpPr>
            <a:spLocks noGrp="1"/>
          </p:cNvSpPr>
          <p:nvPr>
            <p:ph type="sldNum" sz="quarter" idx="16"/>
          </p:nvPr>
        </p:nvSpPr>
        <p:spPr>
          <a:xfrm>
            <a:off x="11776932" y="6464808"/>
            <a:ext cx="134652" cy="123111"/>
          </a:xfrm>
          <a:prstGeom prst="rect">
            <a:avLst/>
          </a:prstGeom>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099343415"/>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tags" Target="../tags/tag2.xml"/><Relationship Id="rId17" Type="http://schemas.openxmlformats.org/officeDocument/2006/relationships/oleObject" Target="../embeddings/oleObject1.bin"/><Relationship Id="rId18"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063C95C0-0F6E-44E7-95A3-BDCA9DC23FCF}"/>
              </a:ext>
            </a:extLst>
          </p:cNvPr>
          <p:cNvGraphicFramePr>
            <a:graphicFrameLocks noChangeAspect="1"/>
          </p:cNvGraphicFramePr>
          <p:nvPr userDrawn="1">
            <p:custDataLst>
              <p:tags r:id="rId16"/>
            </p:custDataLst>
            <p:extLst>
              <p:ext uri="{D42A27DB-BD31-4B8C-83A1-F6EECF244321}">
                <p14:modId xmlns:p14="http://schemas.microsoft.com/office/powerpoint/2010/main" val="84146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7" imgW="381" imgH="381" progId="TCLayout.ActiveDocument.1">
                  <p:embed/>
                </p:oleObj>
              </mc:Choice>
              <mc:Fallback>
                <p:oleObj name="think-cellスライド" r:id="rId17" imgW="381" imgH="381" progId="TCLayout.ActiveDocument.1">
                  <p:embed/>
                  <p:pic>
                    <p:nvPicPr>
                      <p:cNvPr id="2" name="オブジェクト 1" hidden="1">
                        <a:extLst>
                          <a:ext uri="{FF2B5EF4-FFF2-40B4-BE49-F238E27FC236}">
                            <a16:creationId xmlns:a16="http://schemas.microsoft.com/office/drawing/2014/main" id="{063C95C0-0F6E-44E7-95A3-BDCA9DC23FCF}"/>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188520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5" r:id="rId3"/>
    <p:sldLayoutId id="2147483663" r:id="rId4"/>
    <p:sldLayoutId id="2147483664" r:id="rId5"/>
    <p:sldLayoutId id="2147483773" r:id="rId6"/>
    <p:sldLayoutId id="2147483774" r:id="rId7"/>
    <p:sldLayoutId id="2147483775" r:id="rId8"/>
    <p:sldLayoutId id="2147483776" r:id="rId9"/>
    <p:sldLayoutId id="2147483777" r:id="rId10"/>
    <p:sldLayoutId id="2147483779" r:id="rId11"/>
    <p:sldLayoutId id="2147483780" r:id="rId12"/>
    <p:sldLayoutId id="2147483781" r:id="rId13"/>
    <p:sldLayoutId id="2147483782" r:id="rId14"/>
  </p:sldLayoutIdLst>
  <p:hf hdr="0" ftr="0"/>
  <p:txStyles>
    <p:titleStyle>
      <a:lvl1pPr algn="l" rtl="0" eaLnBrk="1" fontAlgn="base" hangingPunct="1">
        <a:lnSpc>
          <a:spcPct val="100000"/>
        </a:lnSpc>
        <a:spcBef>
          <a:spcPct val="0"/>
        </a:spcBef>
        <a:spcAft>
          <a:spcPct val="0"/>
        </a:spcAft>
        <a:defRPr kumimoji="1" sz="2000" b="1" i="0" baseline="0">
          <a:solidFill>
            <a:schemeClr val="tx1"/>
          </a:solidFill>
          <a:latin typeface="Yu Gothic" panose="020B0400000000000000" pitchFamily="34" charset="-128"/>
          <a:ea typeface="Yu Gothic" panose="020B0400000000000000" pitchFamily="34" charset="-128"/>
          <a:cs typeface="+mj-cs"/>
        </a:defRPr>
      </a:lvl1pPr>
      <a:lvl2pPr algn="l" rtl="0" eaLnBrk="1" fontAlgn="base" hangingPunct="1">
        <a:spcBef>
          <a:spcPct val="0"/>
        </a:spcBef>
        <a:spcAft>
          <a:spcPct val="0"/>
        </a:spcAft>
        <a:defRPr kumimoji="1" sz="2400">
          <a:solidFill>
            <a:schemeClr val="tx2"/>
          </a:solidFill>
          <a:latin typeface="Arial" charset="0"/>
          <a:ea typeface="ＭＳ Ｐゴシック" pitchFamily="50" charset="-128"/>
        </a:defRPr>
      </a:lvl2pPr>
      <a:lvl3pPr algn="l" rtl="0" eaLnBrk="1" fontAlgn="base" hangingPunct="1">
        <a:spcBef>
          <a:spcPct val="0"/>
        </a:spcBef>
        <a:spcAft>
          <a:spcPct val="0"/>
        </a:spcAft>
        <a:defRPr kumimoji="1" sz="2400">
          <a:solidFill>
            <a:schemeClr val="tx2"/>
          </a:solidFill>
          <a:latin typeface="Arial" charset="0"/>
          <a:ea typeface="ＭＳ Ｐゴシック" pitchFamily="50" charset="-128"/>
        </a:defRPr>
      </a:lvl3pPr>
      <a:lvl4pPr algn="l" rtl="0" eaLnBrk="1" fontAlgn="base" hangingPunct="1">
        <a:spcBef>
          <a:spcPct val="0"/>
        </a:spcBef>
        <a:spcAft>
          <a:spcPct val="0"/>
        </a:spcAft>
        <a:defRPr kumimoji="1" sz="2400">
          <a:solidFill>
            <a:schemeClr val="tx2"/>
          </a:solidFill>
          <a:latin typeface="Arial" charset="0"/>
          <a:ea typeface="ＭＳ Ｐゴシック" pitchFamily="50" charset="-128"/>
        </a:defRPr>
      </a:lvl4pPr>
      <a:lvl5pPr algn="l" rtl="0" eaLnBrk="1" fontAlgn="base" hangingPunct="1">
        <a:spcBef>
          <a:spcPct val="0"/>
        </a:spcBef>
        <a:spcAft>
          <a:spcPct val="0"/>
        </a:spcAft>
        <a:defRPr kumimoji="1" sz="2400">
          <a:solidFill>
            <a:schemeClr val="tx2"/>
          </a:solidFill>
          <a:latin typeface="Arial" charset="0"/>
          <a:ea typeface="ＭＳ Ｐゴシック" pitchFamily="50" charset="-128"/>
        </a:defRPr>
      </a:lvl5pPr>
      <a:lvl6pPr marL="457200" algn="l" rtl="0" eaLnBrk="1" fontAlgn="base" hangingPunct="1">
        <a:spcBef>
          <a:spcPct val="0"/>
        </a:spcBef>
        <a:spcAft>
          <a:spcPct val="0"/>
        </a:spcAft>
        <a:defRPr kumimoji="1" sz="2400">
          <a:solidFill>
            <a:schemeClr val="tx2"/>
          </a:solidFill>
          <a:latin typeface="Arial" charset="0"/>
          <a:ea typeface="ＭＳ Ｐゴシック" pitchFamily="50" charset="-128"/>
        </a:defRPr>
      </a:lvl6pPr>
      <a:lvl7pPr marL="914400" algn="l" rtl="0" eaLnBrk="1" fontAlgn="base" hangingPunct="1">
        <a:spcBef>
          <a:spcPct val="0"/>
        </a:spcBef>
        <a:spcAft>
          <a:spcPct val="0"/>
        </a:spcAft>
        <a:defRPr kumimoji="1" sz="2400">
          <a:solidFill>
            <a:schemeClr val="tx2"/>
          </a:solidFill>
          <a:latin typeface="Arial" charset="0"/>
          <a:ea typeface="ＭＳ Ｐゴシック" pitchFamily="50" charset="-128"/>
        </a:defRPr>
      </a:lvl7pPr>
      <a:lvl8pPr marL="1371600" algn="l" rtl="0" eaLnBrk="1" fontAlgn="base" hangingPunct="1">
        <a:spcBef>
          <a:spcPct val="0"/>
        </a:spcBef>
        <a:spcAft>
          <a:spcPct val="0"/>
        </a:spcAft>
        <a:defRPr kumimoji="1" sz="2400">
          <a:solidFill>
            <a:schemeClr val="tx2"/>
          </a:solidFill>
          <a:latin typeface="Arial" charset="0"/>
          <a:ea typeface="ＭＳ Ｐゴシック" pitchFamily="50" charset="-128"/>
        </a:defRPr>
      </a:lvl8pPr>
      <a:lvl9pPr marL="1828800" algn="l" rtl="0" eaLnBrk="1" fontAlgn="base" hangingPunct="1">
        <a:spcBef>
          <a:spcPct val="0"/>
        </a:spcBef>
        <a:spcAft>
          <a:spcPct val="0"/>
        </a:spcAft>
        <a:defRPr kumimoji="1" sz="2400">
          <a:solidFill>
            <a:schemeClr val="tx2"/>
          </a:solidFill>
          <a:latin typeface="Arial" charset="0"/>
          <a:ea typeface="ＭＳ Ｐゴシック" pitchFamily="50" charset="-128"/>
        </a:defRPr>
      </a:lvl9pPr>
    </p:titleStyle>
    <p:bodyStyle>
      <a:lvl1pPr marL="180975" indent="-180975" algn="l" rtl="0" eaLnBrk="1" fontAlgn="base" hangingPunct="1">
        <a:lnSpc>
          <a:spcPct val="100000"/>
        </a:lnSpc>
        <a:spcBef>
          <a:spcPct val="40000"/>
        </a:spcBef>
        <a:spcAft>
          <a:spcPct val="0"/>
        </a:spcAft>
        <a:defRPr kumimoji="1" sz="1650" b="0" i="0" baseline="0">
          <a:solidFill>
            <a:schemeClr val="tx1"/>
          </a:solidFill>
          <a:latin typeface="Yu Gothic Medium" panose="020B0400000000000000" pitchFamily="34" charset="-128"/>
          <a:ea typeface="Yu Gothic Medium" panose="020B0400000000000000" pitchFamily="34" charset="-128"/>
          <a:cs typeface="+mn-cs"/>
        </a:defRPr>
      </a:lvl1pPr>
      <a:lvl2pPr marL="531813" indent="-171450" algn="l" rtl="0" eaLnBrk="1" fontAlgn="base" hangingPunct="1">
        <a:lnSpc>
          <a:spcPct val="100000"/>
        </a:lnSpc>
        <a:spcBef>
          <a:spcPct val="40000"/>
        </a:spcBef>
        <a:spcAft>
          <a:spcPct val="0"/>
        </a:spcAft>
        <a:buChar char="•"/>
        <a:defRPr kumimoji="1" sz="1650" b="0" i="0" baseline="0">
          <a:solidFill>
            <a:schemeClr val="tx1"/>
          </a:solidFill>
          <a:latin typeface="Yu Gothic Medium" panose="020B0400000000000000" pitchFamily="34" charset="-128"/>
          <a:ea typeface="Yu Gothic Medium" panose="020B0400000000000000" pitchFamily="34" charset="-128"/>
        </a:defRPr>
      </a:lvl2pPr>
      <a:lvl3pPr marL="904875" indent="-193675" algn="l" rtl="0" eaLnBrk="1" fontAlgn="base" hangingPunct="1">
        <a:lnSpc>
          <a:spcPct val="100000"/>
        </a:lnSpc>
        <a:spcBef>
          <a:spcPct val="40000"/>
        </a:spcBef>
        <a:spcAft>
          <a:spcPct val="0"/>
        </a:spcAft>
        <a:buChar char="•"/>
        <a:defRPr kumimoji="1" sz="1650" b="0" i="0" baseline="0">
          <a:solidFill>
            <a:schemeClr val="tx1"/>
          </a:solidFill>
          <a:latin typeface="Yu Gothic Medium" panose="020B0400000000000000" pitchFamily="34" charset="-128"/>
          <a:ea typeface="Yu Gothic Medium" panose="020B0400000000000000" pitchFamily="34" charset="-128"/>
        </a:defRPr>
      </a:lvl3pPr>
      <a:lvl4pPr marL="1247775" indent="-152400" algn="l" rtl="0" eaLnBrk="1" fontAlgn="base" hangingPunct="1">
        <a:lnSpc>
          <a:spcPct val="120000"/>
        </a:lnSpc>
        <a:spcBef>
          <a:spcPct val="40000"/>
        </a:spcBef>
        <a:spcAft>
          <a:spcPct val="0"/>
        </a:spcAft>
        <a:buChar char="•"/>
        <a:defRPr kumimoji="1" sz="1400">
          <a:solidFill>
            <a:schemeClr val="tx1"/>
          </a:solidFill>
          <a:latin typeface="+mn-lt"/>
          <a:ea typeface="+mn-ea"/>
        </a:defRPr>
      </a:lvl4pPr>
      <a:lvl5pPr marL="1600200" indent="-152400" algn="l" rtl="0" eaLnBrk="1" fontAlgn="base" hangingPunct="1">
        <a:lnSpc>
          <a:spcPct val="120000"/>
        </a:lnSpc>
        <a:spcBef>
          <a:spcPct val="40000"/>
        </a:spcBef>
        <a:spcAft>
          <a:spcPct val="0"/>
        </a:spcAft>
        <a:buChar char="•"/>
        <a:defRPr kumimoji="1" sz="1400">
          <a:solidFill>
            <a:schemeClr val="tx1"/>
          </a:solidFill>
          <a:latin typeface="+mn-lt"/>
          <a:ea typeface="+mn-ea"/>
        </a:defRPr>
      </a:lvl5pPr>
      <a:lvl6pPr marL="2057400" indent="-152400" algn="l" rtl="0" eaLnBrk="1" fontAlgn="base" hangingPunct="1">
        <a:lnSpc>
          <a:spcPct val="120000"/>
        </a:lnSpc>
        <a:spcBef>
          <a:spcPct val="40000"/>
        </a:spcBef>
        <a:spcAft>
          <a:spcPct val="0"/>
        </a:spcAft>
        <a:buChar char="•"/>
        <a:defRPr kumimoji="1" sz="1400">
          <a:solidFill>
            <a:schemeClr val="tx1"/>
          </a:solidFill>
          <a:latin typeface="+mn-lt"/>
          <a:ea typeface="+mn-ea"/>
        </a:defRPr>
      </a:lvl6pPr>
      <a:lvl7pPr marL="2514600" indent="-152400" algn="l" rtl="0" eaLnBrk="1" fontAlgn="base" hangingPunct="1">
        <a:lnSpc>
          <a:spcPct val="120000"/>
        </a:lnSpc>
        <a:spcBef>
          <a:spcPct val="40000"/>
        </a:spcBef>
        <a:spcAft>
          <a:spcPct val="0"/>
        </a:spcAft>
        <a:buChar char="•"/>
        <a:defRPr kumimoji="1" sz="1400">
          <a:solidFill>
            <a:schemeClr val="tx1"/>
          </a:solidFill>
          <a:latin typeface="+mn-lt"/>
          <a:ea typeface="+mn-ea"/>
        </a:defRPr>
      </a:lvl7pPr>
      <a:lvl8pPr marL="2971800" indent="-152400" algn="l" rtl="0" eaLnBrk="1" fontAlgn="base" hangingPunct="1">
        <a:lnSpc>
          <a:spcPct val="120000"/>
        </a:lnSpc>
        <a:spcBef>
          <a:spcPct val="40000"/>
        </a:spcBef>
        <a:spcAft>
          <a:spcPct val="0"/>
        </a:spcAft>
        <a:buChar char="•"/>
        <a:defRPr kumimoji="1" sz="1400">
          <a:solidFill>
            <a:schemeClr val="tx1"/>
          </a:solidFill>
          <a:latin typeface="+mn-lt"/>
          <a:ea typeface="+mn-ea"/>
        </a:defRPr>
      </a:lvl8pPr>
      <a:lvl9pPr marL="3429000" indent="-152400" algn="l" rtl="0" eaLnBrk="1" fontAlgn="base" hangingPunct="1">
        <a:lnSpc>
          <a:spcPct val="120000"/>
        </a:lnSpc>
        <a:spcBef>
          <a:spcPct val="4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127E-5545-5F99-E651-036C265085CB}"/>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24997BB9-A5DF-604F-C9B6-45BEF3F57EBD}"/>
              </a:ext>
            </a:extLst>
          </p:cNvPr>
          <p:cNvSpPr>
            <a:spLocks noGrp="1"/>
          </p:cNvSpPr>
          <p:nvPr>
            <p:ph type="ctrTitle"/>
          </p:nvPr>
        </p:nvSpPr>
        <p:spPr/>
        <p:txBody>
          <a:bodyPr anchor="t"/>
          <a:lstStyle/>
          <a:p>
            <a:r>
              <a:rPr lang="en-US" altLang="ja-JP" dirty="0">
                <a:latin typeface="+mj-ea"/>
                <a:ea typeface="+mj-ea"/>
              </a:rPr>
              <a:t>SAP AI Core</a:t>
            </a:r>
            <a:endParaRPr lang="ja-JP" altLang="en-US" dirty="0">
              <a:latin typeface="+mj-ea"/>
              <a:ea typeface="+mj-ea"/>
            </a:endParaRPr>
          </a:p>
        </p:txBody>
      </p:sp>
      <p:sp>
        <p:nvSpPr>
          <p:cNvPr id="6" name="TextBox 5"/>
          <p:cNvSpPr txBox="1"/>
          <p:nvPr/>
        </p:nvSpPr>
        <p:spPr>
          <a:xfrm>
            <a:off x="1344168" y="2066543"/>
            <a:ext cx="6766560" cy="365760"/>
          </a:xfrm>
          <a:prstGeom prst="rect">
            <a:avLst/>
          </a:prstGeom>
          <a:noFill/>
        </p:spPr>
        <p:txBody>
          <a:bodyPr wrap="square" lIns="0" rIns="0" tIns="0" bIns="0" anchor="t">
            <a:spAutoFit/>
          </a:bodyPr>
          <a:lstStyle/>
          <a:p>
            <a:pPr algn="l">
              <a:lnSpc>
                <a:spcPct val="115000"/>
              </a:lnSpc>
              <a:spcBef>
                <a:spcPts val="0"/>
              </a:spcBef>
              <a:spcAft>
                <a:spcPts val="0"/>
              </a:spcAft>
            </a:pPr>
            <a:r>
              <a:rPr sz="1300" b="0">
                <a:solidFill>
                  <a:srgbClr val="3E3428"/>
                </a:solidFill>
                <a:latin typeface="Calibri"/>
              </a:rPr>
              <a:t>The AI platform layer of SAP BTP — and what we built on it</a:t>
            </a:r>
          </a:p>
        </p:txBody>
      </p:sp>
    </p:spTree>
    <p:extLst>
      <p:ext uri="{BB962C8B-B14F-4D97-AF65-F5344CB8AC3E}">
        <p14:creationId xmlns:p14="http://schemas.microsoft.com/office/powerpoint/2010/main" val="3308328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094105"/>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What SAP AI Core Is</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841248"/>
          </a:xfrm>
          <a:prstGeom prst="roundRect">
            <a:avLst>
              <a:gd name="adj" fmla="val 11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1078992"/>
            <a:ext cx="384048" cy="329184"/>
          </a:xfrm>
          <a:prstGeom prst="rect">
            <a:avLst/>
          </a:prstGeom>
        </p:spPr>
      </p:pic>
      <p:sp>
        <p:nvSpPr>
          <p:cNvPr id="7" name="TextBox 6"/>
          <p:cNvSpPr txBox="1"/>
          <p:nvPr/>
        </p:nvSpPr>
        <p:spPr>
          <a:xfrm>
            <a:off x="1371600" y="932688"/>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The runtime that executes and governs AI on SAP BTP</a:t>
            </a:r>
          </a:p>
        </p:txBody>
      </p:sp>
      <p:sp>
        <p:nvSpPr>
          <p:cNvPr id="8" name="TextBox 7"/>
          <p:cNvSpPr txBox="1"/>
          <p:nvPr/>
        </p:nvSpPr>
        <p:spPr>
          <a:xfrm>
            <a:off x="1371600" y="1225296"/>
            <a:ext cx="9966960" cy="365760"/>
          </a:xfrm>
          <a:prstGeom prst="rect">
            <a:avLst/>
          </a:prstGeom>
          <a:noFill/>
        </p:spPr>
        <p:txBody>
          <a:bodyPr wrap="square" lIns="0" rIns="0" tIns="0" bIns="0" anchor="t">
            <a:spAutoFit/>
          </a:bodyPr>
          <a:lstStyle/>
          <a:p>
            <a:pPr algn="l">
              <a:lnSpc>
                <a:spcPct val="110000"/>
              </a:lnSpc>
              <a:spcBef>
                <a:spcPts val="0"/>
              </a:spcBef>
              <a:spcAft>
                <a:spcPts val="0"/>
              </a:spcAft>
            </a:pPr>
            <a:r>
              <a:rPr sz="1150" b="0">
                <a:solidFill>
                  <a:srgbClr val="F0E8D8"/>
                </a:solidFill>
                <a:latin typeface="Calibri"/>
              </a:rPr>
              <a:t>One platform service, instead of a separate integration, contract and compliance story for every AI feature.</a:t>
            </a:r>
          </a:p>
        </p:txBody>
      </p:sp>
      <p:sp>
        <p:nvSpPr>
          <p:cNvPr id="9" name="Rounded Rectangle 8"/>
          <p:cNvSpPr/>
          <p:nvPr/>
        </p:nvSpPr>
        <p:spPr>
          <a:xfrm>
            <a:off x="502920" y="3108960"/>
            <a:ext cx="2103120" cy="1097280"/>
          </a:xfrm>
          <a:prstGeom prst="roundRect">
            <a:avLst>
              <a:gd name="adj" fmla="val 10000"/>
            </a:avLst>
          </a:prstGeom>
          <a:solidFill>
            <a:srgbClr val="F0EBE3"/>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50" b="1">
                <a:solidFill>
                  <a:srgbClr val="3E3428"/>
                </a:solidFill>
                <a:latin typeface="Calibri"/>
              </a:rPr>
              <a:t>Any application</a:t>
            </a:r>
          </a:p>
          <a:p>
            <a:pPr algn="ctr">
              <a:lnSpc>
                <a:spcPct val="106000"/>
              </a:lnSpc>
              <a:spcAft>
                <a:spcPts val="200"/>
              </a:spcAft>
            </a:pPr>
            <a:r>
              <a:rPr sz="950" b="0">
                <a:solidFill>
                  <a:srgbClr val="6E6455"/>
                </a:solidFill>
                <a:latin typeface="Calibri"/>
              </a:rPr>
              <a:t>on SAP BTP</a:t>
            </a:r>
          </a:p>
        </p:txBody>
      </p:sp>
      <p:sp>
        <p:nvSpPr>
          <p:cNvPr id="10" name="Right Arrow 9"/>
          <p:cNvSpPr/>
          <p:nvPr/>
        </p:nvSpPr>
        <p:spPr>
          <a:xfrm>
            <a:off x="2724912" y="3557016"/>
            <a:ext cx="310896" cy="219456"/>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3200400" y="2011680"/>
            <a:ext cx="8458200" cy="3657600"/>
          </a:xfrm>
          <a:prstGeom prst="roundRect">
            <a:avLst>
              <a:gd name="adj" fmla="val 2500"/>
            </a:avLst>
          </a:prstGeom>
          <a:noFill/>
          <a:ln w="19050">
            <a:solidFill>
              <a:srgbClr val="0019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438144" y="2130552"/>
            <a:ext cx="4572000" cy="256032"/>
          </a:xfrm>
          <a:prstGeom prst="rect">
            <a:avLst/>
          </a:prstGeom>
          <a:noFill/>
        </p:spPr>
        <p:txBody>
          <a:bodyPr wrap="square" lIns="0" rIns="0" tIns="0" bIns="0" anchor="t">
            <a:spAutoFit/>
          </a:bodyPr>
          <a:lstStyle/>
          <a:p>
            <a:pPr algn="l">
              <a:lnSpc>
                <a:spcPct val="115000"/>
              </a:lnSpc>
              <a:spcBef>
                <a:spcPts val="0"/>
              </a:spcBef>
              <a:spcAft>
                <a:spcPts val="0"/>
              </a:spcAft>
            </a:pPr>
            <a:r>
              <a:rPr sz="1000" b="1">
                <a:solidFill>
                  <a:srgbClr val="001964"/>
                </a:solidFill>
                <a:latin typeface="Calibri"/>
              </a:rPr>
              <a:t>SAP AI CORE</a:t>
            </a:r>
          </a:p>
        </p:txBody>
      </p:sp>
      <p:sp>
        <p:nvSpPr>
          <p:cNvPr id="13" name="Rounded Rectangle 12"/>
          <p:cNvSpPr/>
          <p:nvPr/>
        </p:nvSpPr>
        <p:spPr>
          <a:xfrm>
            <a:off x="3438144" y="2523744"/>
            <a:ext cx="8001000" cy="859536"/>
          </a:xfrm>
          <a:prstGeom prst="roundRect">
            <a:avLst>
              <a:gd name="adj" fmla="val 10000"/>
            </a:avLst>
          </a:prstGeom>
          <a:solidFill>
            <a:srgbClr val="F0EBE3"/>
          </a:solidFill>
          <a:ln w="889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3621024" y="2770632"/>
            <a:ext cx="365760" cy="365760"/>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000" b="1">
                <a:solidFill>
                  <a:srgbClr val="FFFFFF"/>
                </a:solidFill>
                <a:latin typeface="Calibri"/>
              </a:rPr>
              <a:t>1</a:t>
            </a:r>
          </a:p>
        </p:txBody>
      </p:sp>
      <p:sp>
        <p:nvSpPr>
          <p:cNvPr id="15" name="TextBox 14"/>
          <p:cNvSpPr txBox="1"/>
          <p:nvPr/>
        </p:nvSpPr>
        <p:spPr>
          <a:xfrm>
            <a:off x="4169663" y="2670048"/>
            <a:ext cx="7086600" cy="640080"/>
          </a:xfrm>
          <a:prstGeom prst="rect">
            <a:avLst/>
          </a:prstGeom>
          <a:noFill/>
        </p:spPr>
        <p:txBody>
          <a:bodyPr wrap="square" lIns="0" rIns="0" tIns="0" bIns="0" anchor="t">
            <a:spAutoFit/>
          </a:bodyPr>
          <a:lstStyle/>
          <a:p>
            <a:pPr algn="l">
              <a:lnSpc>
                <a:spcPct val="115000"/>
              </a:lnSpc>
              <a:spcBef>
                <a:spcPts val="0"/>
              </a:spcBef>
              <a:spcAft>
                <a:spcPts val="300"/>
              </a:spcAft>
            </a:pPr>
            <a:r>
              <a:rPr sz="1300" b="1">
                <a:solidFill>
                  <a:srgbClr val="3E3428"/>
                </a:solidFill>
                <a:latin typeface="Cambria"/>
              </a:rPr>
              <a:t>Runs the models</a:t>
            </a:r>
          </a:p>
          <a:p>
            <a:pPr algn="l">
              <a:lnSpc>
                <a:spcPct val="115000"/>
              </a:lnSpc>
              <a:spcBef>
                <a:spcPts val="0"/>
              </a:spcBef>
              <a:spcAft>
                <a:spcPts val="0"/>
              </a:spcAft>
            </a:pPr>
            <a:r>
              <a:rPr sz="1100" b="0">
                <a:solidFill>
                  <a:srgbClr val="6E6455"/>
                </a:solidFill>
                <a:latin typeface="Calibri"/>
              </a:rPr>
              <a:t>Training and inference — foundation models, and your own ML models.</a:t>
            </a:r>
          </a:p>
        </p:txBody>
      </p:sp>
      <p:sp>
        <p:nvSpPr>
          <p:cNvPr id="16" name="Rounded Rectangle 15"/>
          <p:cNvSpPr/>
          <p:nvPr/>
        </p:nvSpPr>
        <p:spPr>
          <a:xfrm>
            <a:off x="3438144" y="3529584"/>
            <a:ext cx="8001000" cy="859536"/>
          </a:xfrm>
          <a:prstGeom prst="roundRect">
            <a:avLst>
              <a:gd name="adj" fmla="val 10000"/>
            </a:avLst>
          </a:prstGeom>
          <a:solidFill>
            <a:srgbClr val="F0EBE3"/>
          </a:solidFill>
          <a:ln w="889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3621024" y="3776472"/>
            <a:ext cx="365760" cy="365760"/>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000" b="1">
                <a:solidFill>
                  <a:srgbClr val="FFFFFF"/>
                </a:solidFill>
                <a:latin typeface="Calibri"/>
              </a:rPr>
              <a:t>2</a:t>
            </a:r>
          </a:p>
        </p:txBody>
      </p:sp>
      <p:sp>
        <p:nvSpPr>
          <p:cNvPr id="18" name="TextBox 17"/>
          <p:cNvSpPr txBox="1"/>
          <p:nvPr/>
        </p:nvSpPr>
        <p:spPr>
          <a:xfrm>
            <a:off x="4169663" y="3675887"/>
            <a:ext cx="7086600" cy="640080"/>
          </a:xfrm>
          <a:prstGeom prst="rect">
            <a:avLst/>
          </a:prstGeom>
          <a:noFill/>
        </p:spPr>
        <p:txBody>
          <a:bodyPr wrap="square" lIns="0" rIns="0" tIns="0" bIns="0" anchor="t">
            <a:spAutoFit/>
          </a:bodyPr>
          <a:lstStyle/>
          <a:p>
            <a:pPr algn="l">
              <a:lnSpc>
                <a:spcPct val="115000"/>
              </a:lnSpc>
              <a:spcBef>
                <a:spcPts val="0"/>
              </a:spcBef>
              <a:spcAft>
                <a:spcPts val="300"/>
              </a:spcAft>
            </a:pPr>
            <a:r>
              <a:rPr sz="1300" b="1">
                <a:solidFill>
                  <a:srgbClr val="3E3428"/>
                </a:solidFill>
                <a:latin typeface="Cambria"/>
              </a:rPr>
              <a:t>Governs every request</a:t>
            </a:r>
          </a:p>
          <a:p>
            <a:pPr algn="l">
              <a:lnSpc>
                <a:spcPct val="115000"/>
              </a:lnSpc>
              <a:spcBef>
                <a:spcPts val="0"/>
              </a:spcBef>
              <a:spcAft>
                <a:spcPts val="0"/>
              </a:spcAft>
            </a:pPr>
            <a:r>
              <a:rPr sz="1100" b="0">
                <a:solidFill>
                  <a:srgbClr val="6E6455"/>
                </a:solidFill>
                <a:latin typeface="Calibri"/>
              </a:rPr>
              <a:t>One API, with prompt templates, grounding, masking and filtering.</a:t>
            </a:r>
          </a:p>
        </p:txBody>
      </p:sp>
      <p:sp>
        <p:nvSpPr>
          <p:cNvPr id="19" name="Rounded Rectangle 18"/>
          <p:cNvSpPr/>
          <p:nvPr/>
        </p:nvSpPr>
        <p:spPr>
          <a:xfrm>
            <a:off x="3438144" y="4535424"/>
            <a:ext cx="8001000" cy="859536"/>
          </a:xfrm>
          <a:prstGeom prst="roundRect">
            <a:avLst>
              <a:gd name="adj" fmla="val 10000"/>
            </a:avLst>
          </a:prstGeom>
          <a:solidFill>
            <a:srgbClr val="F0EBE3"/>
          </a:solidFill>
          <a:ln w="889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621024" y="4782312"/>
            <a:ext cx="365760" cy="365760"/>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000" b="1">
                <a:solidFill>
                  <a:srgbClr val="FFFFFF"/>
                </a:solidFill>
                <a:latin typeface="Calibri"/>
              </a:rPr>
              <a:t>3</a:t>
            </a:r>
          </a:p>
        </p:txBody>
      </p:sp>
      <p:sp>
        <p:nvSpPr>
          <p:cNvPr id="21" name="TextBox 20"/>
          <p:cNvSpPr txBox="1"/>
          <p:nvPr/>
        </p:nvSpPr>
        <p:spPr>
          <a:xfrm>
            <a:off x="4169663" y="4681728"/>
            <a:ext cx="7086600" cy="640080"/>
          </a:xfrm>
          <a:prstGeom prst="rect">
            <a:avLst/>
          </a:prstGeom>
          <a:noFill/>
        </p:spPr>
        <p:txBody>
          <a:bodyPr wrap="square" lIns="0" rIns="0" tIns="0" bIns="0" anchor="t">
            <a:spAutoFit/>
          </a:bodyPr>
          <a:lstStyle/>
          <a:p>
            <a:pPr algn="l">
              <a:lnSpc>
                <a:spcPct val="115000"/>
              </a:lnSpc>
              <a:spcBef>
                <a:spcPts val="0"/>
              </a:spcBef>
              <a:spcAft>
                <a:spcPts val="300"/>
              </a:spcAft>
            </a:pPr>
            <a:r>
              <a:rPr sz="1300" b="1">
                <a:solidFill>
                  <a:srgbClr val="3E3428"/>
                </a:solidFill>
                <a:latin typeface="Cambria"/>
              </a:rPr>
              <a:t>Isolates and meters</a:t>
            </a:r>
          </a:p>
          <a:p>
            <a:pPr algn="l">
              <a:lnSpc>
                <a:spcPct val="115000"/>
              </a:lnSpc>
              <a:spcBef>
                <a:spcPts val="0"/>
              </a:spcBef>
              <a:spcAft>
                <a:spcPts val="0"/>
              </a:spcAft>
            </a:pPr>
            <a:r>
              <a:rPr sz="1100" b="0">
                <a:solidFill>
                  <a:srgbClr val="6E6455"/>
                </a:solidFill>
                <a:latin typeface="Calibri"/>
              </a:rPr>
              <a:t>Resource groups keep dev, test and production apart, with cost per group.</a:t>
            </a:r>
          </a:p>
        </p:txBody>
      </p:sp>
      <p:pic>
        <p:nvPicPr>
          <p:cNvPr id="22" name="Picture 21" descr="image.png"/>
          <p:cNvPicPr>
            <a:picLocks noChangeAspect="1"/>
          </p:cNvPicPr>
          <p:nvPr/>
        </p:nvPicPr>
        <p:blipFill>
          <a:blip r:embed="rId3"/>
          <a:stretch>
            <a:fillRect/>
          </a:stretch>
        </p:blipFill>
        <p:spPr>
          <a:xfrm>
            <a:off x="502920" y="5888736"/>
            <a:ext cx="256032" cy="256032"/>
          </a:xfrm>
          <a:prstGeom prst="rect">
            <a:avLst/>
          </a:prstGeom>
        </p:spPr>
      </p:pic>
      <p:sp>
        <p:nvSpPr>
          <p:cNvPr id="23" name="TextBox 22"/>
          <p:cNvSpPr txBox="1"/>
          <p:nvPr/>
        </p:nvSpPr>
        <p:spPr>
          <a:xfrm>
            <a:off x="896112" y="5870448"/>
            <a:ext cx="10835640" cy="310896"/>
          </a:xfrm>
          <a:prstGeom prst="rect">
            <a:avLst/>
          </a:prstGeom>
          <a:noFill/>
        </p:spPr>
        <p:txBody>
          <a:bodyPr wrap="square" lIns="0" rIns="0" tIns="0" bIns="0" anchor="t">
            <a:spAutoFit/>
          </a:bodyPr>
          <a:lstStyle/>
          <a:p>
            <a:pPr>
              <a:lnSpc>
                <a:spcPct val="110000"/>
              </a:lnSpc>
            </a:pPr>
            <a:r>
              <a:rPr sz="1000" b="1">
                <a:solidFill>
                  <a:srgbClr val="6B5B2E"/>
                </a:solidFill>
                <a:latin typeface="Calibri"/>
              </a:rPr>
              <a:t>Worth knowing：</a:t>
            </a:r>
            <a:r>
              <a:rPr sz="1000">
                <a:solidFill>
                  <a:srgbClr val="6E6455"/>
                </a:solidFill>
                <a:latin typeface="Calibri"/>
              </a:rPr>
              <a:t>AI Core began as a machine-learning runtime. Generative AI was added on top — which is why both still run on the same platform.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Models — the Generative AI Hub</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841248"/>
          </a:xfrm>
          <a:prstGeom prst="roundRect">
            <a:avLst>
              <a:gd name="adj" fmla="val 11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1078992"/>
            <a:ext cx="384048" cy="329184"/>
          </a:xfrm>
          <a:prstGeom prst="rect">
            <a:avLst/>
          </a:prstGeom>
        </p:spPr>
      </p:pic>
      <p:sp>
        <p:nvSpPr>
          <p:cNvPr id="7" name="TextBox 6"/>
          <p:cNvSpPr txBox="1"/>
          <p:nvPr/>
        </p:nvSpPr>
        <p:spPr>
          <a:xfrm>
            <a:off x="1371600" y="932688"/>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Many models behind one API</a:t>
            </a:r>
          </a:p>
        </p:txBody>
      </p:sp>
      <p:sp>
        <p:nvSpPr>
          <p:cNvPr id="8" name="TextBox 7"/>
          <p:cNvSpPr txBox="1"/>
          <p:nvPr/>
        </p:nvSpPr>
        <p:spPr>
          <a:xfrm>
            <a:off x="1371600" y="1225296"/>
            <a:ext cx="9966960" cy="365760"/>
          </a:xfrm>
          <a:prstGeom prst="rect">
            <a:avLst/>
          </a:prstGeom>
          <a:noFill/>
        </p:spPr>
        <p:txBody>
          <a:bodyPr wrap="square" lIns="0" rIns="0" tIns="0" bIns="0" anchor="t">
            <a:spAutoFit/>
          </a:bodyPr>
          <a:lstStyle/>
          <a:p>
            <a:pPr algn="l">
              <a:lnSpc>
                <a:spcPct val="110000"/>
              </a:lnSpc>
              <a:spcBef>
                <a:spcPts val="0"/>
              </a:spcBef>
              <a:spcAft>
                <a:spcPts val="0"/>
              </a:spcAft>
            </a:pPr>
            <a:r>
              <a:rPr sz="1150" b="0">
                <a:solidFill>
                  <a:srgbClr val="F0E8D8"/>
                </a:solidFill>
                <a:latin typeface="Calibri"/>
              </a:rPr>
              <a:t>The Generative AI Hub publishes a catalogue of models. You deploy one, then call it by name.</a:t>
            </a:r>
          </a:p>
        </p:txBody>
      </p:sp>
      <p:sp>
        <p:nvSpPr>
          <p:cNvPr id="9" name="Rounded Rectangle 8"/>
          <p:cNvSpPr/>
          <p:nvPr/>
        </p:nvSpPr>
        <p:spPr>
          <a:xfrm>
            <a:off x="502920" y="2057400"/>
            <a:ext cx="3520440" cy="2057400"/>
          </a:xfrm>
          <a:prstGeom prst="roundRect">
            <a:avLst>
              <a:gd name="adj" fmla="val 5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1979676" y="2304288"/>
            <a:ext cx="566928" cy="566928"/>
          </a:xfrm>
          <a:prstGeom prst="roundRect">
            <a:avLst>
              <a:gd name="adj" fmla="val 20000"/>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image.png"/>
          <p:cNvPicPr>
            <a:picLocks noChangeAspect="1"/>
          </p:cNvPicPr>
          <p:nvPr/>
        </p:nvPicPr>
        <p:blipFill>
          <a:blip r:embed="rId2"/>
          <a:stretch>
            <a:fillRect/>
          </a:stretch>
        </p:blipFill>
        <p:spPr>
          <a:xfrm>
            <a:off x="2107692" y="2432304"/>
            <a:ext cx="310896" cy="310896"/>
          </a:xfrm>
          <a:prstGeom prst="rect">
            <a:avLst/>
          </a:prstGeom>
        </p:spPr>
      </p:pic>
      <p:sp>
        <p:nvSpPr>
          <p:cNvPr id="12" name="TextBox 11"/>
          <p:cNvSpPr txBox="1"/>
          <p:nvPr/>
        </p:nvSpPr>
        <p:spPr>
          <a:xfrm>
            <a:off x="777240" y="3035808"/>
            <a:ext cx="2971800" cy="914400"/>
          </a:xfrm>
          <a:prstGeom prst="rect">
            <a:avLst/>
          </a:prstGeom>
          <a:noFill/>
        </p:spPr>
        <p:txBody>
          <a:bodyPr wrap="square" lIns="0" rIns="0" tIns="0" bIns="0" anchor="t">
            <a:spAutoFit/>
          </a:bodyPr>
          <a:lstStyle/>
          <a:p>
            <a:pPr algn="ctr">
              <a:lnSpc>
                <a:spcPct val="115000"/>
              </a:lnSpc>
              <a:spcBef>
                <a:spcPts val="0"/>
              </a:spcBef>
              <a:spcAft>
                <a:spcPts val="500"/>
              </a:spcAft>
            </a:pPr>
            <a:r>
              <a:rPr sz="1700" b="1">
                <a:solidFill>
                  <a:srgbClr val="3E3428"/>
                </a:solidFill>
                <a:latin typeface="Cambria"/>
              </a:rPr>
              <a:t>Language</a:t>
            </a:r>
          </a:p>
          <a:p>
            <a:pPr algn="ctr">
              <a:lnSpc>
                <a:spcPct val="115000"/>
              </a:lnSpc>
              <a:spcBef>
                <a:spcPts val="0"/>
              </a:spcBef>
              <a:spcAft>
                <a:spcPts val="0"/>
              </a:spcAft>
            </a:pPr>
            <a:r>
              <a:rPr sz="1150" b="0">
                <a:solidFill>
                  <a:srgbClr val="6E6455"/>
                </a:solidFill>
                <a:latin typeface="Calibri"/>
              </a:rPr>
              <a:t>Text, code, reasoning</a:t>
            </a:r>
          </a:p>
          <a:p>
            <a:pPr algn="ctr">
              <a:lnSpc>
                <a:spcPct val="115000"/>
              </a:lnSpc>
              <a:spcBef>
                <a:spcPts val="0"/>
              </a:spcBef>
              <a:spcAft>
                <a:spcPts val="0"/>
              </a:spcAft>
            </a:pPr>
            <a:r>
              <a:rPr sz="1150" b="0">
                <a:solidFill>
                  <a:srgbClr val="6E6455"/>
                </a:solidFill>
                <a:latin typeface="Calibri"/>
              </a:rPr>
              <a:t>and summarisation</a:t>
            </a:r>
          </a:p>
        </p:txBody>
      </p:sp>
      <p:sp>
        <p:nvSpPr>
          <p:cNvPr id="13" name="Rounded Rectangle 12"/>
          <p:cNvSpPr/>
          <p:nvPr/>
        </p:nvSpPr>
        <p:spPr>
          <a:xfrm>
            <a:off x="4315968" y="2057400"/>
            <a:ext cx="3520440" cy="2057400"/>
          </a:xfrm>
          <a:prstGeom prst="roundRect">
            <a:avLst>
              <a:gd name="adj" fmla="val 5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792724" y="2304288"/>
            <a:ext cx="566928" cy="566928"/>
          </a:xfrm>
          <a:prstGeom prst="roundRect">
            <a:avLst>
              <a:gd name="adj" fmla="val 20000"/>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image.png"/>
          <p:cNvPicPr>
            <a:picLocks noChangeAspect="1"/>
          </p:cNvPicPr>
          <p:nvPr/>
        </p:nvPicPr>
        <p:blipFill>
          <a:blip r:embed="rId3"/>
          <a:stretch>
            <a:fillRect/>
          </a:stretch>
        </p:blipFill>
        <p:spPr>
          <a:xfrm>
            <a:off x="5920740" y="2432304"/>
            <a:ext cx="310896" cy="310896"/>
          </a:xfrm>
          <a:prstGeom prst="rect">
            <a:avLst/>
          </a:prstGeom>
        </p:spPr>
      </p:pic>
      <p:sp>
        <p:nvSpPr>
          <p:cNvPr id="16" name="TextBox 15"/>
          <p:cNvSpPr txBox="1"/>
          <p:nvPr/>
        </p:nvSpPr>
        <p:spPr>
          <a:xfrm>
            <a:off x="4590288" y="3035808"/>
            <a:ext cx="2971800" cy="914400"/>
          </a:xfrm>
          <a:prstGeom prst="rect">
            <a:avLst/>
          </a:prstGeom>
          <a:noFill/>
        </p:spPr>
        <p:txBody>
          <a:bodyPr wrap="square" lIns="0" rIns="0" tIns="0" bIns="0" anchor="t">
            <a:spAutoFit/>
          </a:bodyPr>
          <a:lstStyle/>
          <a:p>
            <a:pPr algn="ctr">
              <a:lnSpc>
                <a:spcPct val="115000"/>
              </a:lnSpc>
              <a:spcBef>
                <a:spcPts val="0"/>
              </a:spcBef>
              <a:spcAft>
                <a:spcPts val="500"/>
              </a:spcAft>
            </a:pPr>
            <a:r>
              <a:rPr sz="1700" b="1">
                <a:solidFill>
                  <a:srgbClr val="3E3428"/>
                </a:solidFill>
                <a:latin typeface="Cambria"/>
              </a:rPr>
              <a:t>Multimodal</a:t>
            </a:r>
          </a:p>
          <a:p>
            <a:pPr algn="ctr">
              <a:lnSpc>
                <a:spcPct val="115000"/>
              </a:lnSpc>
              <a:spcBef>
                <a:spcPts val="0"/>
              </a:spcBef>
              <a:spcAft>
                <a:spcPts val="0"/>
              </a:spcAft>
            </a:pPr>
            <a:r>
              <a:rPr sz="1150" b="0">
                <a:solidFill>
                  <a:srgbClr val="6E6455"/>
                </a:solidFill>
                <a:latin typeface="Calibri"/>
              </a:rPr>
              <a:t>Reads PDF pages and</a:t>
            </a:r>
          </a:p>
          <a:p>
            <a:pPr algn="ctr">
              <a:lnSpc>
                <a:spcPct val="115000"/>
              </a:lnSpc>
              <a:spcBef>
                <a:spcPts val="0"/>
              </a:spcBef>
              <a:spcAft>
                <a:spcPts val="0"/>
              </a:spcAft>
            </a:pPr>
            <a:r>
              <a:rPr sz="1150" b="0">
                <a:solidFill>
                  <a:srgbClr val="6E6455"/>
                </a:solidFill>
                <a:latin typeface="Calibri"/>
              </a:rPr>
              <a:t>images directly</a:t>
            </a:r>
          </a:p>
        </p:txBody>
      </p:sp>
      <p:sp>
        <p:nvSpPr>
          <p:cNvPr id="17" name="Rounded Rectangle 16"/>
          <p:cNvSpPr/>
          <p:nvPr/>
        </p:nvSpPr>
        <p:spPr>
          <a:xfrm>
            <a:off x="8129016" y="2057400"/>
            <a:ext cx="3520440" cy="2057400"/>
          </a:xfrm>
          <a:prstGeom prst="roundRect">
            <a:avLst>
              <a:gd name="adj" fmla="val 5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9605772" y="2304288"/>
            <a:ext cx="566928" cy="566928"/>
          </a:xfrm>
          <a:prstGeom prst="roundRect">
            <a:avLst>
              <a:gd name="adj" fmla="val 20000"/>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image.png"/>
          <p:cNvPicPr>
            <a:picLocks noChangeAspect="1"/>
          </p:cNvPicPr>
          <p:nvPr/>
        </p:nvPicPr>
        <p:blipFill>
          <a:blip r:embed="rId4"/>
          <a:stretch>
            <a:fillRect/>
          </a:stretch>
        </p:blipFill>
        <p:spPr>
          <a:xfrm>
            <a:off x="9733788" y="2432304"/>
            <a:ext cx="310896" cy="310896"/>
          </a:xfrm>
          <a:prstGeom prst="rect">
            <a:avLst/>
          </a:prstGeom>
        </p:spPr>
      </p:pic>
      <p:sp>
        <p:nvSpPr>
          <p:cNvPr id="20" name="TextBox 19"/>
          <p:cNvSpPr txBox="1"/>
          <p:nvPr/>
        </p:nvSpPr>
        <p:spPr>
          <a:xfrm>
            <a:off x="8403336" y="3035808"/>
            <a:ext cx="2971800" cy="914400"/>
          </a:xfrm>
          <a:prstGeom prst="rect">
            <a:avLst/>
          </a:prstGeom>
          <a:noFill/>
        </p:spPr>
        <p:txBody>
          <a:bodyPr wrap="square" lIns="0" rIns="0" tIns="0" bIns="0" anchor="t">
            <a:spAutoFit/>
          </a:bodyPr>
          <a:lstStyle/>
          <a:p>
            <a:pPr algn="ctr">
              <a:lnSpc>
                <a:spcPct val="115000"/>
              </a:lnSpc>
              <a:spcBef>
                <a:spcPts val="0"/>
              </a:spcBef>
              <a:spcAft>
                <a:spcPts val="500"/>
              </a:spcAft>
            </a:pPr>
            <a:r>
              <a:rPr sz="1700" b="1">
                <a:solidFill>
                  <a:srgbClr val="3E3428"/>
                </a:solidFill>
                <a:latin typeface="Cambria"/>
              </a:rPr>
              <a:t>Embedding</a:t>
            </a:r>
          </a:p>
          <a:p>
            <a:pPr algn="ctr">
              <a:lnSpc>
                <a:spcPct val="115000"/>
              </a:lnSpc>
              <a:spcBef>
                <a:spcPts val="0"/>
              </a:spcBef>
              <a:spcAft>
                <a:spcPts val="0"/>
              </a:spcAft>
            </a:pPr>
            <a:r>
              <a:rPr sz="1150" b="0">
                <a:solidFill>
                  <a:srgbClr val="6E6455"/>
                </a:solidFill>
                <a:latin typeface="Calibri"/>
              </a:rPr>
              <a:t>Turns text into vectors</a:t>
            </a:r>
          </a:p>
          <a:p>
            <a:pPr algn="ctr">
              <a:lnSpc>
                <a:spcPct val="115000"/>
              </a:lnSpc>
              <a:spcBef>
                <a:spcPts val="0"/>
              </a:spcBef>
              <a:spcAft>
                <a:spcPts val="0"/>
              </a:spcAft>
            </a:pPr>
            <a:r>
              <a:rPr sz="1150" b="0">
                <a:solidFill>
                  <a:srgbClr val="6E6455"/>
                </a:solidFill>
                <a:latin typeface="Calibri"/>
              </a:rPr>
              <a:t>for search and RAG</a:t>
            </a:r>
          </a:p>
        </p:txBody>
      </p:sp>
      <p:sp>
        <p:nvSpPr>
          <p:cNvPr id="21" name="Rounded Rectangle 20"/>
          <p:cNvSpPr/>
          <p:nvPr/>
        </p:nvSpPr>
        <p:spPr>
          <a:xfrm>
            <a:off x="502920" y="4434840"/>
            <a:ext cx="11155680" cy="1207008"/>
          </a:xfrm>
          <a:prstGeom prst="roundRect">
            <a:avLst>
              <a:gd name="adj" fmla="val 6000"/>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05840" y="4681728"/>
            <a:ext cx="10149840" cy="777240"/>
          </a:xfrm>
          <a:prstGeom prst="rect">
            <a:avLst/>
          </a:prstGeom>
          <a:noFill/>
        </p:spPr>
        <p:txBody>
          <a:bodyPr wrap="square" lIns="0" rIns="0" tIns="0" bIns="0" anchor="t">
            <a:spAutoFit/>
          </a:bodyPr>
          <a:lstStyle/>
          <a:p>
            <a:pPr algn="l">
              <a:lnSpc>
                <a:spcPct val="115000"/>
              </a:lnSpc>
              <a:spcBef>
                <a:spcPts val="0"/>
              </a:spcBef>
              <a:spcAft>
                <a:spcPts val="500"/>
              </a:spcAft>
            </a:pPr>
            <a:r>
              <a:rPr sz="1500" b="1">
                <a:solidFill>
                  <a:srgbClr val="FFFFFF"/>
                </a:solidFill>
                <a:latin typeface="Cambria"/>
              </a:rPr>
              <a:t>The model is configuration, not code.</a:t>
            </a:r>
          </a:p>
          <a:p>
            <a:pPr algn="l">
              <a:lnSpc>
                <a:spcPct val="115000"/>
              </a:lnSpc>
              <a:spcBef>
                <a:spcPts val="0"/>
              </a:spcBef>
              <a:spcAft>
                <a:spcPts val="0"/>
              </a:spcAft>
            </a:pPr>
            <a:r>
              <a:rPr sz="1150" b="0">
                <a:solidFill>
                  <a:srgbClr val="F0E8D8"/>
                </a:solidFill>
                <a:latin typeface="Calibri"/>
              </a:rPr>
              <a:t>Move to a newer model with an environment variable — the application does not change.</a:t>
            </a:r>
          </a:p>
        </p:txBody>
      </p:sp>
      <p:pic>
        <p:nvPicPr>
          <p:cNvPr id="23" name="Picture 22" descr="image.png"/>
          <p:cNvPicPr>
            <a:picLocks noChangeAspect="1"/>
          </p:cNvPicPr>
          <p:nvPr/>
        </p:nvPicPr>
        <p:blipFill>
          <a:blip r:embed="rId5"/>
          <a:stretch>
            <a:fillRect/>
          </a:stretch>
        </p:blipFill>
        <p:spPr>
          <a:xfrm>
            <a:off x="502920" y="5888736"/>
            <a:ext cx="256032" cy="256032"/>
          </a:xfrm>
          <a:prstGeom prst="rect">
            <a:avLst/>
          </a:prstGeom>
        </p:spPr>
      </p:pic>
      <p:sp>
        <p:nvSpPr>
          <p:cNvPr id="24" name="TextBox 23"/>
          <p:cNvSpPr txBox="1"/>
          <p:nvPr/>
        </p:nvSpPr>
        <p:spPr>
          <a:xfrm>
            <a:off x="896112" y="5870448"/>
            <a:ext cx="10835640" cy="310896"/>
          </a:xfrm>
          <a:prstGeom prst="rect">
            <a:avLst/>
          </a:prstGeom>
          <a:noFill/>
        </p:spPr>
        <p:txBody>
          <a:bodyPr wrap="square" lIns="0" rIns="0" tIns="0" bIns="0" anchor="t">
            <a:spAutoFit/>
          </a:bodyPr>
          <a:lstStyle/>
          <a:p>
            <a:pPr>
              <a:lnSpc>
                <a:spcPct val="110000"/>
              </a:lnSpc>
            </a:pPr>
            <a:r>
              <a:rPr sz="1000" b="1">
                <a:solidFill>
                  <a:srgbClr val="6B5B2E"/>
                </a:solidFill>
                <a:latin typeface="Calibri"/>
              </a:rPr>
              <a:t>Note：</a:t>
            </a:r>
            <a:r>
              <a:rPr sz="1000">
                <a:solidFill>
                  <a:srgbClr val="6E6455"/>
                </a:solidFill>
                <a:latin typeface="Calibri"/>
              </a:rPr>
              <a:t>Re-test your prompts after a model change. Behaviour shifts between model generations.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The Orchestration Service</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841248"/>
          </a:xfrm>
          <a:prstGeom prst="roundRect">
            <a:avLst>
              <a:gd name="adj" fmla="val 11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1078992"/>
            <a:ext cx="384048" cy="329184"/>
          </a:xfrm>
          <a:prstGeom prst="rect">
            <a:avLst/>
          </a:prstGeom>
        </p:spPr>
      </p:pic>
      <p:sp>
        <p:nvSpPr>
          <p:cNvPr id="7" name="TextBox 6"/>
          <p:cNvSpPr txBox="1"/>
          <p:nvPr/>
        </p:nvSpPr>
        <p:spPr>
          <a:xfrm>
            <a:off x="1371600" y="932688"/>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The pipeline every prompt passes through</a:t>
            </a:r>
          </a:p>
        </p:txBody>
      </p:sp>
      <p:sp>
        <p:nvSpPr>
          <p:cNvPr id="8" name="TextBox 7"/>
          <p:cNvSpPr txBox="1"/>
          <p:nvPr/>
        </p:nvSpPr>
        <p:spPr>
          <a:xfrm>
            <a:off x="1371600" y="1225296"/>
            <a:ext cx="9966960" cy="365760"/>
          </a:xfrm>
          <a:prstGeom prst="rect">
            <a:avLst/>
          </a:prstGeom>
          <a:noFill/>
        </p:spPr>
        <p:txBody>
          <a:bodyPr wrap="square" lIns="0" rIns="0" tIns="0" bIns="0" anchor="t">
            <a:spAutoFit/>
          </a:bodyPr>
          <a:lstStyle/>
          <a:p>
            <a:pPr algn="l">
              <a:lnSpc>
                <a:spcPct val="110000"/>
              </a:lnSpc>
              <a:spcBef>
                <a:spcPts val="0"/>
              </a:spcBef>
              <a:spcAft>
                <a:spcPts val="0"/>
              </a:spcAft>
            </a:pPr>
            <a:r>
              <a:rPr sz="1150" b="0">
                <a:solidFill>
                  <a:srgbClr val="F0E8D8"/>
                </a:solidFill>
                <a:latin typeface="Calibri"/>
              </a:rPr>
              <a:t>You declare the steps once. AI Core applies them to every call, from every application.</a:t>
            </a:r>
          </a:p>
        </p:txBody>
      </p:sp>
      <p:sp>
        <p:nvSpPr>
          <p:cNvPr id="9" name="Rounded Rectangle 8"/>
          <p:cNvSpPr/>
          <p:nvPr/>
        </p:nvSpPr>
        <p:spPr>
          <a:xfrm>
            <a:off x="502920" y="2331720"/>
            <a:ext cx="1965960" cy="1143000"/>
          </a:xfrm>
          <a:prstGeom prst="roundRect">
            <a:avLst>
              <a:gd name="adj" fmla="val 10000"/>
            </a:avLst>
          </a:prstGeom>
          <a:solidFill>
            <a:srgbClr val="FAF5EB"/>
          </a:solidFill>
          <a:ln w="1143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50" b="1">
                <a:solidFill>
                  <a:srgbClr val="3E3428"/>
                </a:solidFill>
                <a:latin typeface="Calibri"/>
              </a:rPr>
              <a:t>Prompt</a:t>
            </a:r>
          </a:p>
          <a:p>
            <a:pPr algn="ctr">
              <a:lnSpc>
                <a:spcPct val="106000"/>
              </a:lnSpc>
              <a:spcAft>
                <a:spcPts val="200"/>
              </a:spcAft>
            </a:pPr>
            <a:r>
              <a:rPr sz="1250" b="1">
                <a:solidFill>
                  <a:srgbClr val="3E3428"/>
                </a:solidFill>
                <a:latin typeface="Calibri"/>
              </a:rPr>
              <a:t>template</a:t>
            </a:r>
          </a:p>
        </p:txBody>
      </p:sp>
      <p:sp>
        <p:nvSpPr>
          <p:cNvPr id="10" name="Right Arrow 9"/>
          <p:cNvSpPr/>
          <p:nvPr/>
        </p:nvSpPr>
        <p:spPr>
          <a:xfrm>
            <a:off x="2496312" y="2798064"/>
            <a:ext cx="201168"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2743200" y="2331720"/>
            <a:ext cx="1965960" cy="1143000"/>
          </a:xfrm>
          <a:prstGeom prst="roundRect">
            <a:avLst>
              <a:gd name="adj" fmla="val 10000"/>
            </a:avLst>
          </a:prstGeom>
          <a:solidFill>
            <a:srgbClr val="FAF5EB"/>
          </a:solidFill>
          <a:ln w="1143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50" b="1">
                <a:solidFill>
                  <a:srgbClr val="3E3428"/>
                </a:solidFill>
                <a:latin typeface="Calibri"/>
              </a:rPr>
              <a:t>Grounding</a:t>
            </a:r>
          </a:p>
        </p:txBody>
      </p:sp>
      <p:sp>
        <p:nvSpPr>
          <p:cNvPr id="12" name="Right Arrow 11"/>
          <p:cNvSpPr/>
          <p:nvPr/>
        </p:nvSpPr>
        <p:spPr>
          <a:xfrm>
            <a:off x="4736592" y="2798064"/>
            <a:ext cx="201168"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4983480" y="2331720"/>
            <a:ext cx="1965960" cy="1143000"/>
          </a:xfrm>
          <a:prstGeom prst="roundRect">
            <a:avLst>
              <a:gd name="adj" fmla="val 10000"/>
            </a:avLst>
          </a:prstGeom>
          <a:solidFill>
            <a:srgbClr val="FAF5EB"/>
          </a:solidFill>
          <a:ln w="1143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50" b="1">
                <a:solidFill>
                  <a:srgbClr val="3E3428"/>
                </a:solidFill>
                <a:latin typeface="Calibri"/>
              </a:rPr>
              <a:t>Masking</a:t>
            </a:r>
          </a:p>
        </p:txBody>
      </p:sp>
      <p:sp>
        <p:nvSpPr>
          <p:cNvPr id="14" name="Right Arrow 13"/>
          <p:cNvSpPr/>
          <p:nvPr/>
        </p:nvSpPr>
        <p:spPr>
          <a:xfrm>
            <a:off x="6976872" y="2798064"/>
            <a:ext cx="201168"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223760" y="2331720"/>
            <a:ext cx="1965960" cy="1143000"/>
          </a:xfrm>
          <a:prstGeom prst="roundRect">
            <a:avLst>
              <a:gd name="adj" fmla="val 10000"/>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50" b="1">
                <a:solidFill>
                  <a:srgbClr val="FFFFFF"/>
                </a:solidFill>
                <a:latin typeface="Calibri"/>
              </a:rPr>
              <a:t>THE MODEL</a:t>
            </a:r>
          </a:p>
        </p:txBody>
      </p:sp>
      <p:sp>
        <p:nvSpPr>
          <p:cNvPr id="16" name="Right Arrow 15"/>
          <p:cNvSpPr/>
          <p:nvPr/>
        </p:nvSpPr>
        <p:spPr>
          <a:xfrm>
            <a:off x="9217152" y="2798064"/>
            <a:ext cx="201168"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464040" y="2331720"/>
            <a:ext cx="1965960" cy="1143000"/>
          </a:xfrm>
          <a:prstGeom prst="roundRect">
            <a:avLst>
              <a:gd name="adj" fmla="val 10000"/>
            </a:avLst>
          </a:prstGeom>
          <a:solidFill>
            <a:srgbClr val="FAF5EB"/>
          </a:solidFill>
          <a:ln w="1143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50" b="1">
                <a:solidFill>
                  <a:srgbClr val="3E3428"/>
                </a:solidFill>
                <a:latin typeface="Calibri"/>
              </a:rPr>
              <a:t>Content</a:t>
            </a:r>
          </a:p>
          <a:p>
            <a:pPr algn="ctr">
              <a:lnSpc>
                <a:spcPct val="106000"/>
              </a:lnSpc>
              <a:spcAft>
                <a:spcPts val="200"/>
              </a:spcAft>
            </a:pPr>
            <a:r>
              <a:rPr sz="1250" b="1">
                <a:solidFill>
                  <a:srgbClr val="3E3428"/>
                </a:solidFill>
                <a:latin typeface="Calibri"/>
              </a:rPr>
              <a:t>filter</a:t>
            </a:r>
          </a:p>
        </p:txBody>
      </p:sp>
      <p:sp>
        <p:nvSpPr>
          <p:cNvPr id="18" name="Rounded Rectangle 17"/>
          <p:cNvSpPr/>
          <p:nvPr/>
        </p:nvSpPr>
        <p:spPr>
          <a:xfrm>
            <a:off x="502920" y="3977639"/>
            <a:ext cx="3520440" cy="1417320"/>
          </a:xfrm>
          <a:prstGeom prst="roundRect">
            <a:avLst>
              <a:gd name="adj" fmla="val 6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95528" y="4206240"/>
            <a:ext cx="2971800" cy="1005840"/>
          </a:xfrm>
          <a:prstGeom prst="rect">
            <a:avLst/>
          </a:prstGeom>
          <a:noFill/>
        </p:spPr>
        <p:txBody>
          <a:bodyPr wrap="square" lIns="0" rIns="0" tIns="0" bIns="0" anchor="t">
            <a:spAutoFit/>
          </a:bodyPr>
          <a:lstStyle/>
          <a:p>
            <a:pPr algn="l">
              <a:lnSpc>
                <a:spcPct val="115000"/>
              </a:lnSpc>
              <a:spcBef>
                <a:spcPts val="0"/>
              </a:spcBef>
              <a:spcAft>
                <a:spcPts val="600"/>
              </a:spcAft>
            </a:pPr>
            <a:r>
              <a:rPr sz="1400" b="1">
                <a:solidFill>
                  <a:srgbClr val="3E3428"/>
                </a:solidFill>
                <a:latin typeface="Cambria"/>
              </a:rPr>
              <a:t>Templating</a:t>
            </a:r>
          </a:p>
          <a:p>
            <a:pPr algn="l">
              <a:lnSpc>
                <a:spcPct val="115000"/>
              </a:lnSpc>
              <a:spcBef>
                <a:spcPts val="0"/>
              </a:spcBef>
              <a:spcAft>
                <a:spcPts val="0"/>
              </a:spcAft>
            </a:pPr>
            <a:r>
              <a:rPr sz="1150" b="0">
                <a:solidFill>
                  <a:srgbClr val="6E6455"/>
                </a:solidFill>
                <a:latin typeface="Calibri"/>
              </a:rPr>
              <a:t>Prompts are versioned assets, not strings buried in code.</a:t>
            </a:r>
          </a:p>
        </p:txBody>
      </p:sp>
      <p:sp>
        <p:nvSpPr>
          <p:cNvPr id="20" name="Rounded Rectangle 19"/>
          <p:cNvSpPr/>
          <p:nvPr/>
        </p:nvSpPr>
        <p:spPr>
          <a:xfrm>
            <a:off x="4315968" y="3977639"/>
            <a:ext cx="3520440" cy="1417320"/>
          </a:xfrm>
          <a:prstGeom prst="roundRect">
            <a:avLst>
              <a:gd name="adj" fmla="val 6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608576" y="4206240"/>
            <a:ext cx="2971800" cy="1005840"/>
          </a:xfrm>
          <a:prstGeom prst="rect">
            <a:avLst/>
          </a:prstGeom>
          <a:noFill/>
        </p:spPr>
        <p:txBody>
          <a:bodyPr wrap="square" lIns="0" rIns="0" tIns="0" bIns="0" anchor="t">
            <a:spAutoFit/>
          </a:bodyPr>
          <a:lstStyle/>
          <a:p>
            <a:pPr algn="l">
              <a:lnSpc>
                <a:spcPct val="115000"/>
              </a:lnSpc>
              <a:spcBef>
                <a:spcPts val="0"/>
              </a:spcBef>
              <a:spcAft>
                <a:spcPts val="600"/>
              </a:spcAft>
            </a:pPr>
            <a:r>
              <a:rPr sz="1400" b="1">
                <a:solidFill>
                  <a:srgbClr val="3E3428"/>
                </a:solidFill>
                <a:latin typeface="Cambria"/>
              </a:rPr>
              <a:t>Grounding</a:t>
            </a:r>
          </a:p>
          <a:p>
            <a:pPr algn="l">
              <a:lnSpc>
                <a:spcPct val="115000"/>
              </a:lnSpc>
              <a:spcBef>
                <a:spcPts val="0"/>
              </a:spcBef>
              <a:spcAft>
                <a:spcPts val="0"/>
              </a:spcAft>
            </a:pPr>
            <a:r>
              <a:rPr sz="1150" b="0">
                <a:solidFill>
                  <a:srgbClr val="6E6455"/>
                </a:solidFill>
                <a:latin typeface="Calibri"/>
              </a:rPr>
              <a:t>The model answers from your data, not from memory.</a:t>
            </a:r>
          </a:p>
        </p:txBody>
      </p:sp>
      <p:sp>
        <p:nvSpPr>
          <p:cNvPr id="22" name="Rounded Rectangle 21"/>
          <p:cNvSpPr/>
          <p:nvPr/>
        </p:nvSpPr>
        <p:spPr>
          <a:xfrm>
            <a:off x="8129016" y="3977639"/>
            <a:ext cx="3520440" cy="1417320"/>
          </a:xfrm>
          <a:prstGeom prst="roundRect">
            <a:avLst>
              <a:gd name="adj" fmla="val 6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21624" y="4206240"/>
            <a:ext cx="2971800" cy="1005840"/>
          </a:xfrm>
          <a:prstGeom prst="rect">
            <a:avLst/>
          </a:prstGeom>
          <a:noFill/>
        </p:spPr>
        <p:txBody>
          <a:bodyPr wrap="square" lIns="0" rIns="0" tIns="0" bIns="0" anchor="t">
            <a:spAutoFit/>
          </a:bodyPr>
          <a:lstStyle/>
          <a:p>
            <a:pPr algn="l">
              <a:lnSpc>
                <a:spcPct val="115000"/>
              </a:lnSpc>
              <a:spcBef>
                <a:spcPts val="0"/>
              </a:spcBef>
              <a:spcAft>
                <a:spcPts val="600"/>
              </a:spcAft>
            </a:pPr>
            <a:r>
              <a:rPr sz="1400" b="1">
                <a:solidFill>
                  <a:srgbClr val="3E3428"/>
                </a:solidFill>
                <a:latin typeface="Cambria"/>
              </a:rPr>
              <a:t>Guardrails</a:t>
            </a:r>
          </a:p>
          <a:p>
            <a:pPr algn="l">
              <a:lnSpc>
                <a:spcPct val="115000"/>
              </a:lnSpc>
              <a:spcBef>
                <a:spcPts val="0"/>
              </a:spcBef>
              <a:spcAft>
                <a:spcPts val="0"/>
              </a:spcAft>
            </a:pPr>
            <a:r>
              <a:rPr sz="1150" b="0">
                <a:solidFill>
                  <a:srgbClr val="6E6455"/>
                </a:solidFill>
                <a:latin typeface="Calibri"/>
              </a:rPr>
              <a:t>Filtering and masking enforced by the platform.</a:t>
            </a:r>
          </a:p>
        </p:txBody>
      </p:sp>
      <p:pic>
        <p:nvPicPr>
          <p:cNvPr id="24" name="Picture 23" descr="image.png"/>
          <p:cNvPicPr>
            <a:picLocks noChangeAspect="1"/>
          </p:cNvPicPr>
          <p:nvPr/>
        </p:nvPicPr>
        <p:blipFill>
          <a:blip r:embed="rId3"/>
          <a:stretch>
            <a:fillRect/>
          </a:stretch>
        </p:blipFill>
        <p:spPr>
          <a:xfrm>
            <a:off x="502920" y="5888736"/>
            <a:ext cx="256032" cy="256032"/>
          </a:xfrm>
          <a:prstGeom prst="rect">
            <a:avLst/>
          </a:prstGeom>
        </p:spPr>
      </p:pic>
      <p:sp>
        <p:nvSpPr>
          <p:cNvPr id="25" name="TextBox 24"/>
          <p:cNvSpPr txBox="1"/>
          <p:nvPr/>
        </p:nvSpPr>
        <p:spPr>
          <a:xfrm>
            <a:off x="896112" y="5870448"/>
            <a:ext cx="10835640" cy="310896"/>
          </a:xfrm>
          <a:prstGeom prst="rect">
            <a:avLst/>
          </a:prstGeom>
          <a:noFill/>
        </p:spPr>
        <p:txBody>
          <a:bodyPr wrap="square" lIns="0" rIns="0" tIns="0" bIns="0" anchor="t">
            <a:spAutoFit/>
          </a:bodyPr>
          <a:lstStyle/>
          <a:p>
            <a:pPr>
              <a:lnSpc>
                <a:spcPct val="110000"/>
              </a:lnSpc>
            </a:pPr>
            <a:r>
              <a:rPr sz="1000" b="1">
                <a:solidFill>
                  <a:srgbClr val="6B5B2E"/>
                </a:solidFill>
                <a:latin typeface="Calibri"/>
              </a:rPr>
              <a:t>Note：</a:t>
            </a:r>
            <a:r>
              <a:rPr sz="1000">
                <a:solidFill>
                  <a:srgbClr val="6E6455"/>
                </a:solidFill>
                <a:latin typeface="Calibri"/>
              </a:rPr>
              <a:t>Declared once as configuration — so the same controls apply everywhere, with nothing left to each developer.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Prompts and Grounding</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841248"/>
          </a:xfrm>
          <a:prstGeom prst="roundRect">
            <a:avLst>
              <a:gd name="adj" fmla="val 11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1078992"/>
            <a:ext cx="384048" cy="329184"/>
          </a:xfrm>
          <a:prstGeom prst="rect">
            <a:avLst/>
          </a:prstGeom>
        </p:spPr>
      </p:pic>
      <p:sp>
        <p:nvSpPr>
          <p:cNvPr id="7" name="TextBox 6"/>
          <p:cNvSpPr txBox="1"/>
          <p:nvPr/>
        </p:nvSpPr>
        <p:spPr>
          <a:xfrm>
            <a:off x="1371600" y="932688"/>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The answer is only as good as what you give the model</a:t>
            </a:r>
          </a:p>
        </p:txBody>
      </p:sp>
      <p:sp>
        <p:nvSpPr>
          <p:cNvPr id="8" name="TextBox 7"/>
          <p:cNvSpPr txBox="1"/>
          <p:nvPr/>
        </p:nvSpPr>
        <p:spPr>
          <a:xfrm>
            <a:off x="1371600" y="1225296"/>
            <a:ext cx="9966960" cy="365760"/>
          </a:xfrm>
          <a:prstGeom prst="rect">
            <a:avLst/>
          </a:prstGeom>
          <a:noFill/>
        </p:spPr>
        <p:txBody>
          <a:bodyPr wrap="square" lIns="0" rIns="0" tIns="0" bIns="0" anchor="t">
            <a:spAutoFit/>
          </a:bodyPr>
          <a:lstStyle/>
          <a:p>
            <a:pPr algn="l">
              <a:lnSpc>
                <a:spcPct val="110000"/>
              </a:lnSpc>
              <a:spcBef>
                <a:spcPts val="0"/>
              </a:spcBef>
              <a:spcAft>
                <a:spcPts val="0"/>
              </a:spcAft>
            </a:pPr>
            <a:r>
              <a:rPr sz="1150" b="0">
                <a:solidFill>
                  <a:srgbClr val="F0E8D8"/>
                </a:solidFill>
                <a:latin typeface="Calibri"/>
              </a:rPr>
              <a:t>The prompt shapes the instruction. Grounding supplies the facts.</a:t>
            </a:r>
          </a:p>
        </p:txBody>
      </p:sp>
      <p:sp>
        <p:nvSpPr>
          <p:cNvPr id="9" name="Rounded Rectangle 8"/>
          <p:cNvSpPr/>
          <p:nvPr/>
        </p:nvSpPr>
        <p:spPr>
          <a:xfrm>
            <a:off x="502920" y="2011680"/>
            <a:ext cx="5440680" cy="3611880"/>
          </a:xfrm>
          <a:prstGeom prst="roundRect">
            <a:avLst>
              <a:gd name="adj" fmla="val 3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2212848"/>
            <a:ext cx="4846320" cy="256032"/>
          </a:xfrm>
          <a:prstGeom prst="rect">
            <a:avLst/>
          </a:prstGeom>
          <a:noFill/>
        </p:spPr>
        <p:txBody>
          <a:bodyPr wrap="square" lIns="0" rIns="0" tIns="0" bIns="0" anchor="t">
            <a:spAutoFit/>
          </a:bodyPr>
          <a:lstStyle/>
          <a:p>
            <a:pPr algn="l">
              <a:lnSpc>
                <a:spcPct val="115000"/>
              </a:lnSpc>
              <a:spcBef>
                <a:spcPts val="0"/>
              </a:spcBef>
              <a:spcAft>
                <a:spcPts val="0"/>
              </a:spcAft>
            </a:pPr>
            <a:r>
              <a:rPr sz="1000" b="1">
                <a:solidFill>
                  <a:srgbClr val="6B5B2E"/>
                </a:solidFill>
                <a:latin typeface="Calibri"/>
              </a:rPr>
              <a:t>A PROMPT HAS FOUR PARTS</a:t>
            </a:r>
          </a:p>
        </p:txBody>
      </p:sp>
      <p:sp>
        <p:nvSpPr>
          <p:cNvPr id="11" name="Oval 10"/>
          <p:cNvSpPr/>
          <p:nvPr/>
        </p:nvSpPr>
        <p:spPr>
          <a:xfrm>
            <a:off x="822960" y="2706624"/>
            <a:ext cx="347472" cy="347472"/>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1</a:t>
            </a:r>
          </a:p>
        </p:txBody>
      </p:sp>
      <p:sp>
        <p:nvSpPr>
          <p:cNvPr id="12" name="TextBox 11"/>
          <p:cNvSpPr txBox="1"/>
          <p:nvPr/>
        </p:nvSpPr>
        <p:spPr>
          <a:xfrm>
            <a:off x="1325880" y="2651760"/>
            <a:ext cx="4389120" cy="566928"/>
          </a:xfrm>
          <a:prstGeom prst="rect">
            <a:avLst/>
          </a:prstGeom>
          <a:noFill/>
        </p:spPr>
        <p:txBody>
          <a:bodyPr wrap="square" lIns="0" rIns="0" tIns="0" bIns="0" anchor="t">
            <a:spAutoFit/>
          </a:bodyPr>
          <a:lstStyle/>
          <a:p>
            <a:pPr algn="l">
              <a:lnSpc>
                <a:spcPct val="115000"/>
              </a:lnSpc>
              <a:spcBef>
                <a:spcPts val="0"/>
              </a:spcBef>
              <a:spcAft>
                <a:spcPts val="200"/>
              </a:spcAft>
            </a:pPr>
            <a:r>
              <a:rPr sz="1250" b="1">
                <a:solidFill>
                  <a:srgbClr val="3E3428"/>
                </a:solidFill>
                <a:latin typeface="Calibri"/>
              </a:rPr>
              <a:t>System instruction</a:t>
            </a:r>
          </a:p>
          <a:p>
            <a:pPr algn="l">
              <a:lnSpc>
                <a:spcPct val="115000"/>
              </a:lnSpc>
              <a:spcBef>
                <a:spcPts val="0"/>
              </a:spcBef>
              <a:spcAft>
                <a:spcPts val="0"/>
              </a:spcAft>
            </a:pPr>
            <a:r>
              <a:rPr sz="1050" b="0">
                <a:solidFill>
                  <a:srgbClr val="6E6455"/>
                </a:solidFill>
                <a:latin typeface="Calibri"/>
              </a:rPr>
              <a:t>the role and the rules</a:t>
            </a:r>
          </a:p>
        </p:txBody>
      </p:sp>
      <p:sp>
        <p:nvSpPr>
          <p:cNvPr id="13" name="Oval 12"/>
          <p:cNvSpPr/>
          <p:nvPr/>
        </p:nvSpPr>
        <p:spPr>
          <a:xfrm>
            <a:off x="822960" y="3419856"/>
            <a:ext cx="347472" cy="347472"/>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2</a:t>
            </a:r>
          </a:p>
        </p:txBody>
      </p:sp>
      <p:sp>
        <p:nvSpPr>
          <p:cNvPr id="14" name="TextBox 13"/>
          <p:cNvSpPr txBox="1"/>
          <p:nvPr/>
        </p:nvSpPr>
        <p:spPr>
          <a:xfrm>
            <a:off x="1325880" y="3364991"/>
            <a:ext cx="4389120" cy="566928"/>
          </a:xfrm>
          <a:prstGeom prst="rect">
            <a:avLst/>
          </a:prstGeom>
          <a:noFill/>
        </p:spPr>
        <p:txBody>
          <a:bodyPr wrap="square" lIns="0" rIns="0" tIns="0" bIns="0" anchor="t">
            <a:spAutoFit/>
          </a:bodyPr>
          <a:lstStyle/>
          <a:p>
            <a:pPr algn="l">
              <a:lnSpc>
                <a:spcPct val="115000"/>
              </a:lnSpc>
              <a:spcBef>
                <a:spcPts val="0"/>
              </a:spcBef>
              <a:spcAft>
                <a:spcPts val="200"/>
              </a:spcAft>
            </a:pPr>
            <a:r>
              <a:rPr sz="1250" b="1">
                <a:solidFill>
                  <a:srgbClr val="3E3428"/>
                </a:solidFill>
                <a:latin typeface="Calibri"/>
              </a:rPr>
              <a:t>Context</a:t>
            </a:r>
          </a:p>
          <a:p>
            <a:pPr algn="l">
              <a:lnSpc>
                <a:spcPct val="115000"/>
              </a:lnSpc>
              <a:spcBef>
                <a:spcPts val="0"/>
              </a:spcBef>
              <a:spcAft>
                <a:spcPts val="0"/>
              </a:spcAft>
            </a:pPr>
            <a:r>
              <a:rPr sz="1050" b="0">
                <a:solidFill>
                  <a:srgbClr val="6E6455"/>
                </a:solidFill>
                <a:latin typeface="Calibri"/>
              </a:rPr>
              <a:t>the document or record</a:t>
            </a:r>
          </a:p>
        </p:txBody>
      </p:sp>
      <p:sp>
        <p:nvSpPr>
          <p:cNvPr id="15" name="Oval 14"/>
          <p:cNvSpPr/>
          <p:nvPr/>
        </p:nvSpPr>
        <p:spPr>
          <a:xfrm>
            <a:off x="822960" y="4133087"/>
            <a:ext cx="347472" cy="347472"/>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3</a:t>
            </a:r>
          </a:p>
        </p:txBody>
      </p:sp>
      <p:sp>
        <p:nvSpPr>
          <p:cNvPr id="16" name="TextBox 15"/>
          <p:cNvSpPr txBox="1"/>
          <p:nvPr/>
        </p:nvSpPr>
        <p:spPr>
          <a:xfrm>
            <a:off x="1325880" y="4078224"/>
            <a:ext cx="4389120" cy="566928"/>
          </a:xfrm>
          <a:prstGeom prst="rect">
            <a:avLst/>
          </a:prstGeom>
          <a:noFill/>
        </p:spPr>
        <p:txBody>
          <a:bodyPr wrap="square" lIns="0" rIns="0" tIns="0" bIns="0" anchor="t">
            <a:spAutoFit/>
          </a:bodyPr>
          <a:lstStyle/>
          <a:p>
            <a:pPr algn="l">
              <a:lnSpc>
                <a:spcPct val="115000"/>
              </a:lnSpc>
              <a:spcBef>
                <a:spcPts val="0"/>
              </a:spcBef>
              <a:spcAft>
                <a:spcPts val="200"/>
              </a:spcAft>
            </a:pPr>
            <a:r>
              <a:rPr sz="1250" b="1">
                <a:solidFill>
                  <a:srgbClr val="3E3428"/>
                </a:solidFill>
                <a:latin typeface="Calibri"/>
              </a:rPr>
              <a:t>Task</a:t>
            </a:r>
          </a:p>
          <a:p>
            <a:pPr algn="l">
              <a:lnSpc>
                <a:spcPct val="115000"/>
              </a:lnSpc>
              <a:spcBef>
                <a:spcPts val="0"/>
              </a:spcBef>
              <a:spcAft>
                <a:spcPts val="0"/>
              </a:spcAft>
            </a:pPr>
            <a:r>
              <a:rPr sz="1050" b="0">
                <a:solidFill>
                  <a:srgbClr val="6E6455"/>
                </a:solidFill>
                <a:latin typeface="Calibri"/>
              </a:rPr>
              <a:t>what to produce, in what format</a:t>
            </a:r>
          </a:p>
        </p:txBody>
      </p:sp>
      <p:sp>
        <p:nvSpPr>
          <p:cNvPr id="17" name="Oval 16"/>
          <p:cNvSpPr/>
          <p:nvPr/>
        </p:nvSpPr>
        <p:spPr>
          <a:xfrm>
            <a:off x="822960" y="4846320"/>
            <a:ext cx="347472" cy="347472"/>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4</a:t>
            </a:r>
          </a:p>
        </p:txBody>
      </p:sp>
      <p:sp>
        <p:nvSpPr>
          <p:cNvPr id="18" name="TextBox 17"/>
          <p:cNvSpPr txBox="1"/>
          <p:nvPr/>
        </p:nvSpPr>
        <p:spPr>
          <a:xfrm>
            <a:off x="1325880" y="4791456"/>
            <a:ext cx="4389120" cy="566928"/>
          </a:xfrm>
          <a:prstGeom prst="rect">
            <a:avLst/>
          </a:prstGeom>
          <a:noFill/>
        </p:spPr>
        <p:txBody>
          <a:bodyPr wrap="square" lIns="0" rIns="0" tIns="0" bIns="0" anchor="t">
            <a:spAutoFit/>
          </a:bodyPr>
          <a:lstStyle/>
          <a:p>
            <a:pPr algn="l">
              <a:lnSpc>
                <a:spcPct val="115000"/>
              </a:lnSpc>
              <a:spcBef>
                <a:spcPts val="0"/>
              </a:spcBef>
              <a:spcAft>
                <a:spcPts val="200"/>
              </a:spcAft>
            </a:pPr>
            <a:r>
              <a:rPr sz="1250" b="1">
                <a:solidFill>
                  <a:srgbClr val="3E3428"/>
                </a:solidFill>
                <a:latin typeface="Calibri"/>
              </a:rPr>
              <a:t>Examples</a:t>
            </a:r>
          </a:p>
          <a:p>
            <a:pPr algn="l">
              <a:lnSpc>
                <a:spcPct val="115000"/>
              </a:lnSpc>
              <a:spcBef>
                <a:spcPts val="0"/>
              </a:spcBef>
              <a:spcAft>
                <a:spcPts val="0"/>
              </a:spcAft>
            </a:pPr>
            <a:r>
              <a:rPr sz="1050" b="0">
                <a:solidFill>
                  <a:srgbClr val="6E6455"/>
                </a:solidFill>
                <a:latin typeface="Calibri"/>
              </a:rPr>
              <a:t>what a good answer looks like</a:t>
            </a:r>
          </a:p>
        </p:txBody>
      </p:sp>
      <p:sp>
        <p:nvSpPr>
          <p:cNvPr id="19" name="Rounded Rectangle 18"/>
          <p:cNvSpPr/>
          <p:nvPr/>
        </p:nvSpPr>
        <p:spPr>
          <a:xfrm>
            <a:off x="6217920" y="2011680"/>
            <a:ext cx="5440680" cy="3611880"/>
          </a:xfrm>
          <a:prstGeom prst="roundRect">
            <a:avLst>
              <a:gd name="adj" fmla="val 3000"/>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37960" y="2212848"/>
            <a:ext cx="4846320" cy="256032"/>
          </a:xfrm>
          <a:prstGeom prst="rect">
            <a:avLst/>
          </a:prstGeom>
          <a:noFill/>
        </p:spPr>
        <p:txBody>
          <a:bodyPr wrap="square" lIns="0" rIns="0" tIns="0" bIns="0" anchor="t">
            <a:spAutoFit/>
          </a:bodyPr>
          <a:lstStyle/>
          <a:p>
            <a:pPr algn="l">
              <a:lnSpc>
                <a:spcPct val="115000"/>
              </a:lnSpc>
              <a:spcBef>
                <a:spcPts val="0"/>
              </a:spcBef>
              <a:spcAft>
                <a:spcPts val="0"/>
              </a:spcAft>
            </a:pPr>
            <a:r>
              <a:rPr sz="1000" b="1">
                <a:solidFill>
                  <a:srgbClr val="6B5B2E"/>
                </a:solidFill>
                <a:latin typeface="Calibri"/>
              </a:rPr>
              <a:t>GROUNDING IN FOUR STEPS</a:t>
            </a:r>
          </a:p>
        </p:txBody>
      </p:sp>
      <p:sp>
        <p:nvSpPr>
          <p:cNvPr id="21" name="Oval 20"/>
          <p:cNvSpPr/>
          <p:nvPr/>
        </p:nvSpPr>
        <p:spPr>
          <a:xfrm>
            <a:off x="6537960" y="2706624"/>
            <a:ext cx="347472" cy="34747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1</a:t>
            </a:r>
          </a:p>
        </p:txBody>
      </p:sp>
      <p:sp>
        <p:nvSpPr>
          <p:cNvPr id="22" name="TextBox 21"/>
          <p:cNvSpPr txBox="1"/>
          <p:nvPr/>
        </p:nvSpPr>
        <p:spPr>
          <a:xfrm>
            <a:off x="7040880" y="2651760"/>
            <a:ext cx="4389120" cy="566928"/>
          </a:xfrm>
          <a:prstGeom prst="rect">
            <a:avLst/>
          </a:prstGeom>
          <a:noFill/>
        </p:spPr>
        <p:txBody>
          <a:bodyPr wrap="square" lIns="0" rIns="0" tIns="0" bIns="0" anchor="t">
            <a:spAutoFit/>
          </a:bodyPr>
          <a:lstStyle/>
          <a:p>
            <a:pPr algn="l">
              <a:lnSpc>
                <a:spcPct val="115000"/>
              </a:lnSpc>
              <a:spcBef>
                <a:spcPts val="0"/>
              </a:spcBef>
              <a:spcAft>
                <a:spcPts val="200"/>
              </a:spcAft>
            </a:pPr>
            <a:r>
              <a:rPr sz="1250" b="1">
                <a:solidFill>
                  <a:srgbClr val="3E3428"/>
                </a:solidFill>
                <a:latin typeface="Calibri"/>
              </a:rPr>
              <a:t>Store</a:t>
            </a:r>
          </a:p>
          <a:p>
            <a:pPr algn="l">
              <a:lnSpc>
                <a:spcPct val="115000"/>
              </a:lnSpc>
              <a:spcBef>
                <a:spcPts val="0"/>
              </a:spcBef>
              <a:spcAft>
                <a:spcPts val="0"/>
              </a:spcAft>
            </a:pPr>
            <a:r>
              <a:rPr sz="1050" b="0">
                <a:solidFill>
                  <a:srgbClr val="6E6455"/>
                </a:solidFill>
                <a:latin typeface="Calibri"/>
              </a:rPr>
              <a:t>your documents become vectors</a:t>
            </a:r>
          </a:p>
        </p:txBody>
      </p:sp>
      <p:sp>
        <p:nvSpPr>
          <p:cNvPr id="23" name="Oval 22"/>
          <p:cNvSpPr/>
          <p:nvPr/>
        </p:nvSpPr>
        <p:spPr>
          <a:xfrm>
            <a:off x="6537960" y="3419856"/>
            <a:ext cx="347472" cy="34747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2</a:t>
            </a:r>
          </a:p>
        </p:txBody>
      </p:sp>
      <p:sp>
        <p:nvSpPr>
          <p:cNvPr id="24" name="TextBox 23"/>
          <p:cNvSpPr txBox="1"/>
          <p:nvPr/>
        </p:nvSpPr>
        <p:spPr>
          <a:xfrm>
            <a:off x="7040880" y="3364991"/>
            <a:ext cx="4389120" cy="566928"/>
          </a:xfrm>
          <a:prstGeom prst="rect">
            <a:avLst/>
          </a:prstGeom>
          <a:noFill/>
        </p:spPr>
        <p:txBody>
          <a:bodyPr wrap="square" lIns="0" rIns="0" tIns="0" bIns="0" anchor="t">
            <a:spAutoFit/>
          </a:bodyPr>
          <a:lstStyle/>
          <a:p>
            <a:pPr algn="l">
              <a:lnSpc>
                <a:spcPct val="115000"/>
              </a:lnSpc>
              <a:spcBef>
                <a:spcPts val="0"/>
              </a:spcBef>
              <a:spcAft>
                <a:spcPts val="200"/>
              </a:spcAft>
            </a:pPr>
            <a:r>
              <a:rPr sz="1250" b="1">
                <a:solidFill>
                  <a:srgbClr val="3E3428"/>
                </a:solidFill>
                <a:latin typeface="Calibri"/>
              </a:rPr>
              <a:t>Retrieve</a:t>
            </a:r>
          </a:p>
          <a:p>
            <a:pPr algn="l">
              <a:lnSpc>
                <a:spcPct val="115000"/>
              </a:lnSpc>
              <a:spcBef>
                <a:spcPts val="0"/>
              </a:spcBef>
              <a:spcAft>
                <a:spcPts val="0"/>
              </a:spcAft>
            </a:pPr>
            <a:r>
              <a:rPr sz="1050" b="0">
                <a:solidFill>
                  <a:srgbClr val="6E6455"/>
                </a:solidFill>
                <a:latin typeface="Calibri"/>
              </a:rPr>
              <a:t>the passages closest to the question</a:t>
            </a:r>
          </a:p>
        </p:txBody>
      </p:sp>
      <p:sp>
        <p:nvSpPr>
          <p:cNvPr id="25" name="Oval 24"/>
          <p:cNvSpPr/>
          <p:nvPr/>
        </p:nvSpPr>
        <p:spPr>
          <a:xfrm>
            <a:off x="6537960" y="4133087"/>
            <a:ext cx="347472" cy="34747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3</a:t>
            </a:r>
          </a:p>
        </p:txBody>
      </p:sp>
      <p:sp>
        <p:nvSpPr>
          <p:cNvPr id="26" name="TextBox 25"/>
          <p:cNvSpPr txBox="1"/>
          <p:nvPr/>
        </p:nvSpPr>
        <p:spPr>
          <a:xfrm>
            <a:off x="7040880" y="4078224"/>
            <a:ext cx="4389120" cy="566928"/>
          </a:xfrm>
          <a:prstGeom prst="rect">
            <a:avLst/>
          </a:prstGeom>
          <a:noFill/>
        </p:spPr>
        <p:txBody>
          <a:bodyPr wrap="square" lIns="0" rIns="0" tIns="0" bIns="0" anchor="t">
            <a:spAutoFit/>
          </a:bodyPr>
          <a:lstStyle/>
          <a:p>
            <a:pPr algn="l">
              <a:lnSpc>
                <a:spcPct val="115000"/>
              </a:lnSpc>
              <a:spcBef>
                <a:spcPts val="0"/>
              </a:spcBef>
              <a:spcAft>
                <a:spcPts val="200"/>
              </a:spcAft>
            </a:pPr>
            <a:r>
              <a:rPr sz="1250" b="1">
                <a:solidFill>
                  <a:srgbClr val="3E3428"/>
                </a:solidFill>
                <a:latin typeface="Calibri"/>
              </a:rPr>
              <a:t>Inject</a:t>
            </a:r>
          </a:p>
          <a:p>
            <a:pPr algn="l">
              <a:lnSpc>
                <a:spcPct val="115000"/>
              </a:lnSpc>
              <a:spcBef>
                <a:spcPts val="0"/>
              </a:spcBef>
              <a:spcAft>
                <a:spcPts val="0"/>
              </a:spcAft>
            </a:pPr>
            <a:r>
              <a:rPr sz="1050" b="0">
                <a:solidFill>
                  <a:srgbClr val="6E6455"/>
                </a:solidFill>
                <a:latin typeface="Calibri"/>
              </a:rPr>
              <a:t>those passages go into the prompt</a:t>
            </a:r>
          </a:p>
        </p:txBody>
      </p:sp>
      <p:sp>
        <p:nvSpPr>
          <p:cNvPr id="27" name="Oval 26"/>
          <p:cNvSpPr/>
          <p:nvPr/>
        </p:nvSpPr>
        <p:spPr>
          <a:xfrm>
            <a:off x="6537960" y="4846320"/>
            <a:ext cx="347472" cy="34747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4</a:t>
            </a:r>
          </a:p>
        </p:txBody>
      </p:sp>
      <p:sp>
        <p:nvSpPr>
          <p:cNvPr id="28" name="TextBox 27"/>
          <p:cNvSpPr txBox="1"/>
          <p:nvPr/>
        </p:nvSpPr>
        <p:spPr>
          <a:xfrm>
            <a:off x="7040880" y="4791456"/>
            <a:ext cx="4389120" cy="566928"/>
          </a:xfrm>
          <a:prstGeom prst="rect">
            <a:avLst/>
          </a:prstGeom>
          <a:noFill/>
        </p:spPr>
        <p:txBody>
          <a:bodyPr wrap="square" lIns="0" rIns="0" tIns="0" bIns="0" anchor="t">
            <a:spAutoFit/>
          </a:bodyPr>
          <a:lstStyle/>
          <a:p>
            <a:pPr algn="l">
              <a:lnSpc>
                <a:spcPct val="115000"/>
              </a:lnSpc>
              <a:spcBef>
                <a:spcPts val="0"/>
              </a:spcBef>
              <a:spcAft>
                <a:spcPts val="200"/>
              </a:spcAft>
            </a:pPr>
            <a:r>
              <a:rPr sz="1250" b="1">
                <a:solidFill>
                  <a:srgbClr val="3E3428"/>
                </a:solidFill>
                <a:latin typeface="Calibri"/>
              </a:rPr>
              <a:t>Answer</a:t>
            </a:r>
          </a:p>
          <a:p>
            <a:pPr algn="l">
              <a:lnSpc>
                <a:spcPct val="115000"/>
              </a:lnSpc>
              <a:spcBef>
                <a:spcPts val="0"/>
              </a:spcBef>
              <a:spcAft>
                <a:spcPts val="0"/>
              </a:spcAft>
            </a:pPr>
            <a:r>
              <a:rPr sz="1050" b="0">
                <a:solidFill>
                  <a:srgbClr val="6E6455"/>
                </a:solidFill>
                <a:latin typeface="Calibri"/>
              </a:rPr>
              <a:t>grounded in your data, not memory</a:t>
            </a:r>
          </a:p>
        </p:txBody>
      </p:sp>
      <p:pic>
        <p:nvPicPr>
          <p:cNvPr id="29" name="Picture 28" descr="image.png"/>
          <p:cNvPicPr>
            <a:picLocks noChangeAspect="1"/>
          </p:cNvPicPr>
          <p:nvPr/>
        </p:nvPicPr>
        <p:blipFill>
          <a:blip r:embed="rId3"/>
          <a:stretch>
            <a:fillRect/>
          </a:stretch>
        </p:blipFill>
        <p:spPr>
          <a:xfrm>
            <a:off x="502920" y="5888736"/>
            <a:ext cx="256032" cy="256032"/>
          </a:xfrm>
          <a:prstGeom prst="rect">
            <a:avLst/>
          </a:prstGeom>
        </p:spPr>
      </p:pic>
      <p:sp>
        <p:nvSpPr>
          <p:cNvPr id="30" name="TextBox 29"/>
          <p:cNvSpPr txBox="1"/>
          <p:nvPr/>
        </p:nvSpPr>
        <p:spPr>
          <a:xfrm>
            <a:off x="896112" y="5870448"/>
            <a:ext cx="10835640" cy="310896"/>
          </a:xfrm>
          <a:prstGeom prst="rect">
            <a:avLst/>
          </a:prstGeom>
          <a:noFill/>
        </p:spPr>
        <p:txBody>
          <a:bodyPr wrap="square" lIns="0" rIns="0" tIns="0" bIns="0" anchor="t">
            <a:spAutoFit/>
          </a:bodyPr>
          <a:lstStyle/>
          <a:p>
            <a:pPr>
              <a:lnSpc>
                <a:spcPct val="110000"/>
              </a:lnSpc>
            </a:pPr>
            <a:r>
              <a:rPr sz="1000" b="1">
                <a:solidFill>
                  <a:srgbClr val="6B5B2E"/>
                </a:solidFill>
                <a:latin typeface="Calibri"/>
              </a:rPr>
              <a:t>Note：</a:t>
            </a:r>
            <a:r>
              <a:rPr sz="1000">
                <a:solidFill>
                  <a:srgbClr val="6E6455"/>
                </a:solidFill>
                <a:latin typeface="Calibri"/>
              </a:rPr>
              <a:t>Grounding reduces the risk of invented facts — it does not remove it. Keep a human in high-stakes 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What SAP AI Core Is Used For</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841248"/>
          </a:xfrm>
          <a:prstGeom prst="roundRect">
            <a:avLst>
              <a:gd name="adj" fmla="val 11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1078992"/>
            <a:ext cx="384048" cy="329184"/>
          </a:xfrm>
          <a:prstGeom prst="rect">
            <a:avLst/>
          </a:prstGeom>
        </p:spPr>
      </p:pic>
      <p:sp>
        <p:nvSpPr>
          <p:cNvPr id="7" name="TextBox 6"/>
          <p:cNvSpPr txBox="1"/>
          <p:nvPr/>
        </p:nvSpPr>
        <p:spPr>
          <a:xfrm>
            <a:off x="1371600" y="932688"/>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The runtime behind SAP Business AI — and behind your own apps</a:t>
            </a:r>
          </a:p>
        </p:txBody>
      </p:sp>
      <p:sp>
        <p:nvSpPr>
          <p:cNvPr id="8" name="TextBox 7"/>
          <p:cNvSpPr txBox="1"/>
          <p:nvPr/>
        </p:nvSpPr>
        <p:spPr>
          <a:xfrm>
            <a:off x="1371600" y="1225296"/>
            <a:ext cx="9966960" cy="365760"/>
          </a:xfrm>
          <a:prstGeom prst="rect">
            <a:avLst/>
          </a:prstGeom>
          <a:noFill/>
        </p:spPr>
        <p:txBody>
          <a:bodyPr wrap="square" lIns="0" rIns="0" tIns="0" bIns="0" anchor="t">
            <a:spAutoFit/>
          </a:bodyPr>
          <a:lstStyle/>
          <a:p>
            <a:pPr algn="l">
              <a:lnSpc>
                <a:spcPct val="110000"/>
              </a:lnSpc>
              <a:spcBef>
                <a:spcPts val="0"/>
              </a:spcBef>
              <a:spcAft>
                <a:spcPts val="0"/>
              </a:spcAft>
            </a:pPr>
            <a:r>
              <a:rPr sz="1150" b="0">
                <a:solidFill>
                  <a:srgbClr val="F0E8D8"/>
                </a:solidFill>
                <a:latin typeface="Calibri"/>
              </a:rPr>
              <a:t>Published use cases fall into three families.</a:t>
            </a:r>
          </a:p>
        </p:txBody>
      </p:sp>
      <p:sp>
        <p:nvSpPr>
          <p:cNvPr id="9" name="Rounded Rectangle 8"/>
          <p:cNvSpPr/>
          <p:nvPr/>
        </p:nvSpPr>
        <p:spPr>
          <a:xfrm>
            <a:off x="502920" y="2057400"/>
            <a:ext cx="3520440" cy="3520440"/>
          </a:xfrm>
          <a:prstGeom prst="roundRect">
            <a:avLst>
              <a:gd name="adj" fmla="val 3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95528" y="2368296"/>
            <a:ext cx="512064" cy="512064"/>
          </a:xfrm>
          <a:prstGeom prst="roundRect">
            <a:avLst>
              <a:gd name="adj" fmla="val 20000"/>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image.png"/>
          <p:cNvPicPr>
            <a:picLocks noChangeAspect="1"/>
          </p:cNvPicPr>
          <p:nvPr/>
        </p:nvPicPr>
        <p:blipFill>
          <a:blip r:embed="rId3"/>
          <a:stretch>
            <a:fillRect/>
          </a:stretch>
        </p:blipFill>
        <p:spPr>
          <a:xfrm>
            <a:off x="905256" y="2478024"/>
            <a:ext cx="292608" cy="292608"/>
          </a:xfrm>
          <a:prstGeom prst="rect">
            <a:avLst/>
          </a:prstGeom>
        </p:spPr>
      </p:pic>
      <p:sp>
        <p:nvSpPr>
          <p:cNvPr id="12" name="TextBox 11"/>
          <p:cNvSpPr txBox="1"/>
          <p:nvPr/>
        </p:nvSpPr>
        <p:spPr>
          <a:xfrm>
            <a:off x="795528" y="3044952"/>
            <a:ext cx="2935224" cy="384048"/>
          </a:xfrm>
          <a:prstGeom prst="rect">
            <a:avLst/>
          </a:prstGeom>
          <a:noFill/>
        </p:spPr>
        <p:txBody>
          <a:bodyPr wrap="square" lIns="0" rIns="0" tIns="0" bIns="0" anchor="t">
            <a:spAutoFit/>
          </a:bodyPr>
          <a:lstStyle/>
          <a:p>
            <a:pPr algn="l">
              <a:lnSpc>
                <a:spcPct val="115000"/>
              </a:lnSpc>
              <a:spcBef>
                <a:spcPts val="0"/>
              </a:spcBef>
              <a:spcAft>
                <a:spcPts val="0"/>
              </a:spcAft>
            </a:pPr>
            <a:r>
              <a:rPr sz="1600" b="1">
                <a:solidFill>
                  <a:srgbClr val="3E3428"/>
                </a:solidFill>
                <a:latin typeface="Cambria"/>
              </a:rPr>
              <a:t>Predictive ML</a:t>
            </a:r>
          </a:p>
        </p:txBody>
      </p:sp>
      <p:sp>
        <p:nvSpPr>
          <p:cNvPr id="13" name="TextBox 12"/>
          <p:cNvSpPr txBox="1"/>
          <p:nvPr/>
        </p:nvSpPr>
        <p:spPr>
          <a:xfrm>
            <a:off x="795528" y="3557015"/>
            <a:ext cx="2935224" cy="1874519"/>
          </a:xfrm>
          <a:prstGeom prst="rect">
            <a:avLst/>
          </a:prstGeom>
          <a:noFill/>
        </p:spPr>
        <p:txBody>
          <a:bodyPr wrap="square" lIns="0" rIns="0" tIns="0" bIns="0" anchor="t">
            <a:spAutoFit/>
          </a:bodyPr>
          <a:lstStyle/>
          <a:p>
            <a:pPr algn="l">
              <a:lnSpc>
                <a:spcPct val="115000"/>
              </a:lnSpc>
              <a:spcBef>
                <a:spcPts val="0"/>
              </a:spcBef>
              <a:spcAft>
                <a:spcPts val="900"/>
              </a:spcAft>
            </a:pPr>
            <a:r>
              <a:rPr sz="1200" b="0">
                <a:solidFill>
                  <a:srgbClr val="33302A"/>
                </a:solidFill>
                <a:latin typeface="Calibri"/>
              </a:rPr>
              <a:t>▪  Demand forecasting</a:t>
            </a:r>
          </a:p>
          <a:p>
            <a:pPr algn="l">
              <a:lnSpc>
                <a:spcPct val="115000"/>
              </a:lnSpc>
              <a:spcBef>
                <a:spcPts val="0"/>
              </a:spcBef>
              <a:spcAft>
                <a:spcPts val="900"/>
              </a:spcAft>
            </a:pPr>
            <a:r>
              <a:rPr sz="1200" b="0">
                <a:solidFill>
                  <a:srgbClr val="33302A"/>
                </a:solidFill>
                <a:latin typeface="Calibri"/>
              </a:rPr>
              <a:t>▪  Predictive maintenance</a:t>
            </a:r>
          </a:p>
          <a:p>
            <a:pPr algn="l">
              <a:lnSpc>
                <a:spcPct val="115000"/>
              </a:lnSpc>
              <a:spcBef>
                <a:spcPts val="0"/>
              </a:spcBef>
              <a:spcAft>
                <a:spcPts val="0"/>
              </a:spcAft>
            </a:pPr>
            <a:r>
              <a:rPr sz="1200" b="0">
                <a:solidFill>
                  <a:srgbClr val="33302A"/>
                </a:solidFill>
                <a:latin typeface="Calibri"/>
              </a:rPr>
              <a:t>▪  Quality checks from images</a:t>
            </a:r>
          </a:p>
        </p:txBody>
      </p:sp>
      <p:sp>
        <p:nvSpPr>
          <p:cNvPr id="14" name="Rounded Rectangle 13"/>
          <p:cNvSpPr/>
          <p:nvPr/>
        </p:nvSpPr>
        <p:spPr>
          <a:xfrm>
            <a:off x="4315968" y="2057400"/>
            <a:ext cx="3520440" cy="3520440"/>
          </a:xfrm>
          <a:prstGeom prst="roundRect">
            <a:avLst>
              <a:gd name="adj" fmla="val 3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608576" y="2368296"/>
            <a:ext cx="512064" cy="512064"/>
          </a:xfrm>
          <a:prstGeom prst="roundRect">
            <a:avLst>
              <a:gd name="adj" fmla="val 20000"/>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image.png"/>
          <p:cNvPicPr>
            <a:picLocks noChangeAspect="1"/>
          </p:cNvPicPr>
          <p:nvPr/>
        </p:nvPicPr>
        <p:blipFill>
          <a:blip r:embed="rId4"/>
          <a:stretch>
            <a:fillRect/>
          </a:stretch>
        </p:blipFill>
        <p:spPr>
          <a:xfrm>
            <a:off x="4718304" y="2478024"/>
            <a:ext cx="292608" cy="292608"/>
          </a:xfrm>
          <a:prstGeom prst="rect">
            <a:avLst/>
          </a:prstGeom>
        </p:spPr>
      </p:pic>
      <p:sp>
        <p:nvSpPr>
          <p:cNvPr id="17" name="TextBox 16"/>
          <p:cNvSpPr txBox="1"/>
          <p:nvPr/>
        </p:nvSpPr>
        <p:spPr>
          <a:xfrm>
            <a:off x="4608576" y="3044952"/>
            <a:ext cx="2935224" cy="384048"/>
          </a:xfrm>
          <a:prstGeom prst="rect">
            <a:avLst/>
          </a:prstGeom>
          <a:noFill/>
        </p:spPr>
        <p:txBody>
          <a:bodyPr wrap="square" lIns="0" rIns="0" tIns="0" bIns="0" anchor="t">
            <a:spAutoFit/>
          </a:bodyPr>
          <a:lstStyle/>
          <a:p>
            <a:pPr algn="l">
              <a:lnSpc>
                <a:spcPct val="115000"/>
              </a:lnSpc>
              <a:spcBef>
                <a:spcPts val="0"/>
              </a:spcBef>
              <a:spcAft>
                <a:spcPts val="0"/>
              </a:spcAft>
            </a:pPr>
            <a:r>
              <a:rPr sz="1600" b="1">
                <a:solidFill>
                  <a:srgbClr val="3E3428"/>
                </a:solidFill>
                <a:latin typeface="Cambria"/>
              </a:rPr>
              <a:t>Generative AI</a:t>
            </a:r>
          </a:p>
        </p:txBody>
      </p:sp>
      <p:sp>
        <p:nvSpPr>
          <p:cNvPr id="18" name="TextBox 17"/>
          <p:cNvSpPr txBox="1"/>
          <p:nvPr/>
        </p:nvSpPr>
        <p:spPr>
          <a:xfrm>
            <a:off x="4608576" y="3557015"/>
            <a:ext cx="2935224" cy="1874519"/>
          </a:xfrm>
          <a:prstGeom prst="rect">
            <a:avLst/>
          </a:prstGeom>
          <a:noFill/>
        </p:spPr>
        <p:txBody>
          <a:bodyPr wrap="square" lIns="0" rIns="0" tIns="0" bIns="0" anchor="t">
            <a:spAutoFit/>
          </a:bodyPr>
          <a:lstStyle/>
          <a:p>
            <a:pPr algn="l">
              <a:lnSpc>
                <a:spcPct val="115000"/>
              </a:lnSpc>
              <a:spcBef>
                <a:spcPts val="0"/>
              </a:spcBef>
              <a:spcAft>
                <a:spcPts val="900"/>
              </a:spcAft>
            </a:pPr>
            <a:r>
              <a:rPr sz="1200" b="0">
                <a:solidFill>
                  <a:srgbClr val="33302A"/>
                </a:solidFill>
                <a:latin typeface="Calibri"/>
              </a:rPr>
              <a:t>▪  Document extraction</a:t>
            </a:r>
          </a:p>
          <a:p>
            <a:pPr algn="l">
              <a:lnSpc>
                <a:spcPct val="115000"/>
              </a:lnSpc>
              <a:spcBef>
                <a:spcPts val="0"/>
              </a:spcBef>
              <a:spcAft>
                <a:spcPts val="900"/>
              </a:spcAft>
            </a:pPr>
            <a:r>
              <a:rPr sz="1200" b="0">
                <a:solidFill>
                  <a:srgbClr val="33302A"/>
                </a:solidFill>
                <a:latin typeface="Calibri"/>
              </a:rPr>
              <a:t>▪  Summarising documents</a:t>
            </a:r>
          </a:p>
          <a:p>
            <a:pPr algn="l">
              <a:lnSpc>
                <a:spcPct val="115000"/>
              </a:lnSpc>
              <a:spcBef>
                <a:spcPts val="0"/>
              </a:spcBef>
              <a:spcAft>
                <a:spcPts val="0"/>
              </a:spcAft>
            </a:pPr>
            <a:r>
              <a:rPr sz="1200" b="0">
                <a:solidFill>
                  <a:srgbClr val="33302A"/>
                </a:solidFill>
                <a:latin typeface="Calibri"/>
              </a:rPr>
              <a:t>▪  Asking questions of SAP data</a:t>
            </a:r>
          </a:p>
        </p:txBody>
      </p:sp>
      <p:sp>
        <p:nvSpPr>
          <p:cNvPr id="19" name="Rounded Rectangle 18"/>
          <p:cNvSpPr/>
          <p:nvPr/>
        </p:nvSpPr>
        <p:spPr>
          <a:xfrm>
            <a:off x="8138160" y="2057400"/>
            <a:ext cx="3520440" cy="3520440"/>
          </a:xfrm>
          <a:prstGeom prst="roundRect">
            <a:avLst>
              <a:gd name="adj" fmla="val 3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430768" y="2368296"/>
            <a:ext cx="512064" cy="512064"/>
          </a:xfrm>
          <a:prstGeom prst="roundRect">
            <a:avLst>
              <a:gd name="adj" fmla="val 20000"/>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image.png"/>
          <p:cNvPicPr>
            <a:picLocks noChangeAspect="1"/>
          </p:cNvPicPr>
          <p:nvPr/>
        </p:nvPicPr>
        <p:blipFill>
          <a:blip r:embed="rId5"/>
          <a:stretch>
            <a:fillRect/>
          </a:stretch>
        </p:blipFill>
        <p:spPr>
          <a:xfrm>
            <a:off x="8540496" y="2478024"/>
            <a:ext cx="292608" cy="292608"/>
          </a:xfrm>
          <a:prstGeom prst="rect">
            <a:avLst/>
          </a:prstGeom>
        </p:spPr>
      </p:pic>
      <p:sp>
        <p:nvSpPr>
          <p:cNvPr id="22" name="TextBox 21"/>
          <p:cNvSpPr txBox="1"/>
          <p:nvPr/>
        </p:nvSpPr>
        <p:spPr>
          <a:xfrm>
            <a:off x="8430768" y="3044952"/>
            <a:ext cx="2935224" cy="384048"/>
          </a:xfrm>
          <a:prstGeom prst="rect">
            <a:avLst/>
          </a:prstGeom>
          <a:noFill/>
        </p:spPr>
        <p:txBody>
          <a:bodyPr wrap="square" lIns="0" rIns="0" tIns="0" bIns="0" anchor="t">
            <a:spAutoFit/>
          </a:bodyPr>
          <a:lstStyle/>
          <a:p>
            <a:pPr algn="l">
              <a:lnSpc>
                <a:spcPct val="115000"/>
              </a:lnSpc>
              <a:spcBef>
                <a:spcPts val="0"/>
              </a:spcBef>
              <a:spcAft>
                <a:spcPts val="0"/>
              </a:spcAft>
            </a:pPr>
            <a:r>
              <a:rPr sz="1600" b="1">
                <a:solidFill>
                  <a:srgbClr val="3E3428"/>
                </a:solidFill>
                <a:latin typeface="Cambria"/>
              </a:rPr>
              <a:t>Copilots &amp; Agents</a:t>
            </a:r>
          </a:p>
        </p:txBody>
      </p:sp>
      <p:sp>
        <p:nvSpPr>
          <p:cNvPr id="23" name="TextBox 22"/>
          <p:cNvSpPr txBox="1"/>
          <p:nvPr/>
        </p:nvSpPr>
        <p:spPr>
          <a:xfrm>
            <a:off x="8430768" y="3557015"/>
            <a:ext cx="2935224" cy="1874519"/>
          </a:xfrm>
          <a:prstGeom prst="rect">
            <a:avLst/>
          </a:prstGeom>
          <a:noFill/>
        </p:spPr>
        <p:txBody>
          <a:bodyPr wrap="square" lIns="0" rIns="0" tIns="0" bIns="0" anchor="t">
            <a:spAutoFit/>
          </a:bodyPr>
          <a:lstStyle/>
          <a:p>
            <a:pPr algn="l">
              <a:lnSpc>
                <a:spcPct val="115000"/>
              </a:lnSpc>
              <a:spcBef>
                <a:spcPts val="0"/>
              </a:spcBef>
              <a:spcAft>
                <a:spcPts val="900"/>
              </a:spcAft>
            </a:pPr>
            <a:r>
              <a:rPr sz="1200" b="0">
                <a:solidFill>
                  <a:srgbClr val="33302A"/>
                </a:solidFill>
                <a:latin typeface="Calibri"/>
              </a:rPr>
              <a:t>▪  Runtime for SAP Business AI</a:t>
            </a:r>
          </a:p>
          <a:p>
            <a:pPr algn="l">
              <a:lnSpc>
                <a:spcPct val="115000"/>
              </a:lnSpc>
              <a:spcBef>
                <a:spcPts val="0"/>
              </a:spcBef>
              <a:spcAft>
                <a:spcPts val="900"/>
              </a:spcAft>
            </a:pPr>
            <a:r>
              <a:rPr sz="1200" b="0">
                <a:solidFill>
                  <a:srgbClr val="33302A"/>
                </a:solidFill>
                <a:latin typeface="Calibri"/>
              </a:rPr>
              <a:t>▪  Custom agents via Joule Studio</a:t>
            </a:r>
          </a:p>
          <a:p>
            <a:pPr algn="l">
              <a:lnSpc>
                <a:spcPct val="115000"/>
              </a:lnSpc>
              <a:spcBef>
                <a:spcPts val="0"/>
              </a:spcBef>
              <a:spcAft>
                <a:spcPts val="0"/>
              </a:spcAft>
            </a:pPr>
            <a:r>
              <a:rPr sz="1200" b="0">
                <a:solidFill>
                  <a:srgbClr val="33302A"/>
                </a:solidFill>
                <a:latin typeface="Calibri"/>
              </a:rPr>
              <a:t>▪  Agentic workflows across systems</a:t>
            </a:r>
          </a:p>
        </p:txBody>
      </p:sp>
      <p:pic>
        <p:nvPicPr>
          <p:cNvPr id="24" name="Picture 23" descr="image.png"/>
          <p:cNvPicPr>
            <a:picLocks noChangeAspect="1"/>
          </p:cNvPicPr>
          <p:nvPr/>
        </p:nvPicPr>
        <p:blipFill>
          <a:blip r:embed="rId6"/>
          <a:stretch>
            <a:fillRect/>
          </a:stretch>
        </p:blipFill>
        <p:spPr>
          <a:xfrm>
            <a:off x="502920" y="5888736"/>
            <a:ext cx="256032" cy="256032"/>
          </a:xfrm>
          <a:prstGeom prst="rect">
            <a:avLst/>
          </a:prstGeom>
        </p:spPr>
      </p:pic>
      <p:sp>
        <p:nvSpPr>
          <p:cNvPr id="25" name="TextBox 24"/>
          <p:cNvSpPr txBox="1"/>
          <p:nvPr/>
        </p:nvSpPr>
        <p:spPr>
          <a:xfrm>
            <a:off x="896112" y="5870448"/>
            <a:ext cx="10835640" cy="310896"/>
          </a:xfrm>
          <a:prstGeom prst="rect">
            <a:avLst/>
          </a:prstGeom>
          <a:noFill/>
        </p:spPr>
        <p:txBody>
          <a:bodyPr wrap="square" lIns="0" rIns="0" tIns="0" bIns="0" anchor="t">
            <a:spAutoFit/>
          </a:bodyPr>
          <a:lstStyle/>
          <a:p>
            <a:pPr>
              <a:lnSpc>
                <a:spcPct val="110000"/>
              </a:lnSpc>
            </a:pPr>
            <a:r>
              <a:rPr sz="1000" b="1">
                <a:solidFill>
                  <a:srgbClr val="6B5B2E"/>
                </a:solidFill>
                <a:latin typeface="Calibri"/>
              </a:rPr>
              <a:t>Note：</a:t>
            </a:r>
            <a:r>
              <a:rPr sz="1000">
                <a:solidFill>
                  <a:srgbClr val="6E6455"/>
                </a:solidFill>
                <a:latin typeface="Calibri"/>
              </a:rPr>
              <a:t>SAP runs its own Business AI features on AI Core, and opens the same platform to customers.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Our Prototype — Invoice Intake</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841248"/>
          </a:xfrm>
          <a:prstGeom prst="roundRect">
            <a:avLst>
              <a:gd name="adj" fmla="val 11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1078992"/>
            <a:ext cx="384048" cy="329184"/>
          </a:xfrm>
          <a:prstGeom prst="rect">
            <a:avLst/>
          </a:prstGeom>
        </p:spPr>
      </p:pic>
      <p:sp>
        <p:nvSpPr>
          <p:cNvPr id="7" name="TextBox 6"/>
          <p:cNvSpPr txBox="1"/>
          <p:nvPr/>
        </p:nvSpPr>
        <p:spPr>
          <a:xfrm>
            <a:off x="1371600" y="932688"/>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Invoices arrive as email, not as data</a:t>
            </a:r>
          </a:p>
        </p:txBody>
      </p:sp>
      <p:sp>
        <p:nvSpPr>
          <p:cNvPr id="8" name="TextBox 7"/>
          <p:cNvSpPr txBox="1"/>
          <p:nvPr/>
        </p:nvSpPr>
        <p:spPr>
          <a:xfrm>
            <a:off x="1371600" y="1225296"/>
            <a:ext cx="9966960" cy="365760"/>
          </a:xfrm>
          <a:prstGeom prst="rect">
            <a:avLst/>
          </a:prstGeom>
          <a:noFill/>
        </p:spPr>
        <p:txBody>
          <a:bodyPr wrap="square" lIns="0" rIns="0" tIns="0" bIns="0" anchor="t">
            <a:spAutoFit/>
          </a:bodyPr>
          <a:lstStyle/>
          <a:p>
            <a:pPr algn="l">
              <a:lnSpc>
                <a:spcPct val="110000"/>
              </a:lnSpc>
              <a:spcBef>
                <a:spcPts val="0"/>
              </a:spcBef>
              <a:spcAft>
                <a:spcPts val="0"/>
              </a:spcAft>
            </a:pPr>
            <a:r>
              <a:rPr sz="1150" b="0">
                <a:solidFill>
                  <a:srgbClr val="F0E8D8"/>
                </a:solidFill>
                <a:latin typeface="Calibri"/>
              </a:rPr>
              <a:t>Supplier invoices land in a shared mailbox as PDFs and are re-keyed into SAP by hand.</a:t>
            </a:r>
          </a:p>
        </p:txBody>
      </p:sp>
      <p:sp>
        <p:nvSpPr>
          <p:cNvPr id="9" name="Rounded Rectangle 8"/>
          <p:cNvSpPr/>
          <p:nvPr/>
        </p:nvSpPr>
        <p:spPr>
          <a:xfrm>
            <a:off x="502920" y="2057400"/>
            <a:ext cx="3520440" cy="2377440"/>
          </a:xfrm>
          <a:prstGeom prst="roundRect">
            <a:avLst>
              <a:gd name="adj" fmla="val 5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95528" y="2331720"/>
            <a:ext cx="512064" cy="512064"/>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300" b="1">
                <a:solidFill>
                  <a:srgbClr val="FFFFFF"/>
                </a:solidFill>
                <a:latin typeface="Cambria"/>
              </a:rPr>
              <a:t>1</a:t>
            </a:r>
          </a:p>
        </p:txBody>
      </p:sp>
      <p:sp>
        <p:nvSpPr>
          <p:cNvPr id="11" name="TextBox 10"/>
          <p:cNvSpPr txBox="1"/>
          <p:nvPr/>
        </p:nvSpPr>
        <p:spPr>
          <a:xfrm>
            <a:off x="795528" y="3035808"/>
            <a:ext cx="2971800" cy="1234440"/>
          </a:xfrm>
          <a:prstGeom prst="rect">
            <a:avLst/>
          </a:prstGeom>
          <a:noFill/>
        </p:spPr>
        <p:txBody>
          <a:bodyPr wrap="square" lIns="0" rIns="0" tIns="0" bIns="0" anchor="t">
            <a:spAutoFit/>
          </a:bodyPr>
          <a:lstStyle/>
          <a:p>
            <a:pPr algn="l">
              <a:lnSpc>
                <a:spcPct val="115000"/>
              </a:lnSpc>
              <a:spcBef>
                <a:spcPts val="0"/>
              </a:spcBef>
              <a:spcAft>
                <a:spcPts val="700"/>
              </a:spcAft>
            </a:pPr>
            <a:r>
              <a:rPr sz="1700" b="1">
                <a:solidFill>
                  <a:srgbClr val="3E3428"/>
                </a:solidFill>
                <a:latin typeface="Cambria"/>
              </a:rPr>
              <a:t>Capture</a:t>
            </a:r>
          </a:p>
          <a:p>
            <a:pPr algn="l">
              <a:lnSpc>
                <a:spcPct val="115000"/>
              </a:lnSpc>
              <a:spcBef>
                <a:spcPts val="0"/>
              </a:spcBef>
              <a:spcAft>
                <a:spcPts val="0"/>
              </a:spcAft>
            </a:pPr>
            <a:r>
              <a:rPr sz="1150" b="0">
                <a:solidFill>
                  <a:srgbClr val="6E6455"/>
                </a:solidFill>
                <a:latin typeface="Calibri"/>
              </a:rPr>
              <a:t>A bot watches the shared mailbox and collects the attachments.</a:t>
            </a:r>
          </a:p>
        </p:txBody>
      </p:sp>
      <p:sp>
        <p:nvSpPr>
          <p:cNvPr id="12" name="Right Arrow 11"/>
          <p:cNvSpPr/>
          <p:nvPr/>
        </p:nvSpPr>
        <p:spPr>
          <a:xfrm>
            <a:off x="4069080" y="3154680"/>
            <a:ext cx="201168"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4315968" y="2057400"/>
            <a:ext cx="3520440" cy="2377440"/>
          </a:xfrm>
          <a:prstGeom prst="roundRect">
            <a:avLst>
              <a:gd name="adj" fmla="val 5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4608576" y="2331720"/>
            <a:ext cx="512064" cy="512064"/>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300" b="1">
                <a:solidFill>
                  <a:srgbClr val="FFFFFF"/>
                </a:solidFill>
                <a:latin typeface="Cambria"/>
              </a:rPr>
              <a:t>2</a:t>
            </a:r>
          </a:p>
        </p:txBody>
      </p:sp>
      <p:sp>
        <p:nvSpPr>
          <p:cNvPr id="15" name="TextBox 14"/>
          <p:cNvSpPr txBox="1"/>
          <p:nvPr/>
        </p:nvSpPr>
        <p:spPr>
          <a:xfrm>
            <a:off x="4608576" y="3035808"/>
            <a:ext cx="2971800" cy="1234440"/>
          </a:xfrm>
          <a:prstGeom prst="rect">
            <a:avLst/>
          </a:prstGeom>
          <a:noFill/>
        </p:spPr>
        <p:txBody>
          <a:bodyPr wrap="square" lIns="0" rIns="0" tIns="0" bIns="0" anchor="t">
            <a:spAutoFit/>
          </a:bodyPr>
          <a:lstStyle/>
          <a:p>
            <a:pPr algn="l">
              <a:lnSpc>
                <a:spcPct val="115000"/>
              </a:lnSpc>
              <a:spcBef>
                <a:spcPts val="0"/>
              </a:spcBef>
              <a:spcAft>
                <a:spcPts val="700"/>
              </a:spcAft>
            </a:pPr>
            <a:r>
              <a:rPr sz="1700" b="1">
                <a:solidFill>
                  <a:srgbClr val="3E3428"/>
                </a:solidFill>
                <a:latin typeface="Cambria"/>
              </a:rPr>
              <a:t>Understand</a:t>
            </a:r>
          </a:p>
          <a:p>
            <a:pPr algn="l">
              <a:lnSpc>
                <a:spcPct val="115000"/>
              </a:lnSpc>
              <a:spcBef>
                <a:spcPts val="0"/>
              </a:spcBef>
              <a:spcAft>
                <a:spcPts val="0"/>
              </a:spcAft>
            </a:pPr>
            <a:r>
              <a:rPr sz="1150" b="0">
                <a:solidFill>
                  <a:srgbClr val="6E6455"/>
                </a:solidFill>
                <a:latin typeface="Calibri"/>
              </a:rPr>
              <a:t>The AI service reads each PDF, splits bundles and extracts every invoice.</a:t>
            </a:r>
          </a:p>
        </p:txBody>
      </p:sp>
      <p:sp>
        <p:nvSpPr>
          <p:cNvPr id="16" name="Right Arrow 15"/>
          <p:cNvSpPr/>
          <p:nvPr/>
        </p:nvSpPr>
        <p:spPr>
          <a:xfrm>
            <a:off x="7882127" y="3154680"/>
            <a:ext cx="201168"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8129016" y="2057400"/>
            <a:ext cx="3520440" cy="2377440"/>
          </a:xfrm>
          <a:prstGeom prst="roundRect">
            <a:avLst>
              <a:gd name="adj" fmla="val 5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8421624" y="2331720"/>
            <a:ext cx="512064" cy="512064"/>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300" b="1">
                <a:solidFill>
                  <a:srgbClr val="FFFFFF"/>
                </a:solidFill>
                <a:latin typeface="Cambria"/>
              </a:rPr>
              <a:t>3</a:t>
            </a:r>
          </a:p>
        </p:txBody>
      </p:sp>
      <p:sp>
        <p:nvSpPr>
          <p:cNvPr id="19" name="TextBox 18"/>
          <p:cNvSpPr txBox="1"/>
          <p:nvPr/>
        </p:nvSpPr>
        <p:spPr>
          <a:xfrm>
            <a:off x="8421624" y="3035808"/>
            <a:ext cx="2971800" cy="1234440"/>
          </a:xfrm>
          <a:prstGeom prst="rect">
            <a:avLst/>
          </a:prstGeom>
          <a:noFill/>
        </p:spPr>
        <p:txBody>
          <a:bodyPr wrap="square" lIns="0" rIns="0" tIns="0" bIns="0" anchor="t">
            <a:spAutoFit/>
          </a:bodyPr>
          <a:lstStyle/>
          <a:p>
            <a:pPr algn="l">
              <a:lnSpc>
                <a:spcPct val="115000"/>
              </a:lnSpc>
              <a:spcBef>
                <a:spcPts val="0"/>
              </a:spcBef>
              <a:spcAft>
                <a:spcPts val="700"/>
              </a:spcAft>
            </a:pPr>
            <a:r>
              <a:rPr sz="1700" b="1">
                <a:solidFill>
                  <a:srgbClr val="3E3428"/>
                </a:solidFill>
                <a:latin typeface="Cambria"/>
              </a:rPr>
              <a:t>Verify</a:t>
            </a:r>
          </a:p>
          <a:p>
            <a:pPr algn="l">
              <a:lnSpc>
                <a:spcPct val="115000"/>
              </a:lnSpc>
              <a:spcBef>
                <a:spcPts val="0"/>
              </a:spcBef>
              <a:spcAft>
                <a:spcPts val="0"/>
              </a:spcAft>
            </a:pPr>
            <a:r>
              <a:rPr sz="1150" b="0">
                <a:solidFill>
                  <a:srgbClr val="6E6455"/>
                </a:solidFill>
                <a:latin typeface="Calibri"/>
              </a:rPr>
              <a:t>A Fiori app shows each invoice beside its source page for approval.</a:t>
            </a:r>
          </a:p>
        </p:txBody>
      </p:sp>
      <p:sp>
        <p:nvSpPr>
          <p:cNvPr id="20" name="Rounded Rectangle 19"/>
          <p:cNvSpPr/>
          <p:nvPr/>
        </p:nvSpPr>
        <p:spPr>
          <a:xfrm>
            <a:off x="502920" y="4754880"/>
            <a:ext cx="11155680" cy="868680"/>
          </a:xfrm>
          <a:prstGeom prst="roundRect">
            <a:avLst>
              <a:gd name="adj" fmla="val 10000"/>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02920" y="4754880"/>
            <a:ext cx="11155680" cy="86868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350" b="1">
                <a:solidFill>
                  <a:srgbClr val="FFFFFF"/>
                </a:solidFill>
                <a:latin typeface="Cambria"/>
              </a:rPr>
              <a:t>No template per vendor.   No manual re-keying.   Nothing posts without a human approval.</a:t>
            </a:r>
          </a:p>
        </p:txBody>
      </p:sp>
      <p:pic>
        <p:nvPicPr>
          <p:cNvPr id="22" name="Picture 21" descr="image.png"/>
          <p:cNvPicPr>
            <a:picLocks noChangeAspect="1"/>
          </p:cNvPicPr>
          <p:nvPr/>
        </p:nvPicPr>
        <p:blipFill>
          <a:blip r:embed="rId3"/>
          <a:stretch>
            <a:fillRect/>
          </a:stretch>
        </p:blipFill>
        <p:spPr>
          <a:xfrm>
            <a:off x="502920" y="5888736"/>
            <a:ext cx="256032" cy="256032"/>
          </a:xfrm>
          <a:prstGeom prst="rect">
            <a:avLst/>
          </a:prstGeom>
        </p:spPr>
      </p:pic>
      <p:sp>
        <p:nvSpPr>
          <p:cNvPr id="23" name="TextBox 22"/>
          <p:cNvSpPr txBox="1"/>
          <p:nvPr/>
        </p:nvSpPr>
        <p:spPr>
          <a:xfrm>
            <a:off x="896112" y="5870448"/>
            <a:ext cx="10835640" cy="310896"/>
          </a:xfrm>
          <a:prstGeom prst="rect">
            <a:avLst/>
          </a:prstGeom>
          <a:noFill/>
        </p:spPr>
        <p:txBody>
          <a:bodyPr wrap="square" lIns="0" rIns="0" tIns="0" bIns="0" anchor="t">
            <a:spAutoFit/>
          </a:bodyPr>
          <a:lstStyle/>
          <a:p>
            <a:pPr>
              <a:lnSpc>
                <a:spcPct val="110000"/>
              </a:lnSpc>
            </a:pPr>
            <a:r>
              <a:rPr sz="1000" b="1">
                <a:solidFill>
                  <a:srgbClr val="6B5B2E"/>
                </a:solidFill>
                <a:latin typeface="Calibri"/>
              </a:rPr>
              <a:t>Status：</a:t>
            </a:r>
            <a:r>
              <a:rPr sz="1000">
                <a:solidFill>
                  <a:srgbClr val="6E6455"/>
                </a:solidFill>
                <a:latin typeface="Calibri"/>
              </a:rPr>
              <a:t>A working prototype — it runs end to end on real invoices, including bundles and signed PDFs.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Solution Architecture</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548640"/>
          </a:xfrm>
          <a:prstGeom prst="roundRect">
            <a:avLst>
              <a:gd name="adj" fmla="val 17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932688"/>
            <a:ext cx="384048" cy="329184"/>
          </a:xfrm>
          <a:prstGeom prst="rect">
            <a:avLst/>
          </a:prstGeom>
        </p:spPr>
      </p:pic>
      <p:sp>
        <p:nvSpPr>
          <p:cNvPr id="7" name="TextBox 6"/>
          <p:cNvSpPr txBox="1"/>
          <p:nvPr/>
        </p:nvSpPr>
        <p:spPr>
          <a:xfrm>
            <a:off x="1371600" y="969264"/>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Grouped areas, product tiles and a numbered flow</a:t>
            </a:r>
          </a:p>
        </p:txBody>
      </p:sp>
      <p:sp>
        <p:nvSpPr>
          <p:cNvPr id="8" name="Rounded Rectangle 7"/>
          <p:cNvSpPr/>
          <p:nvPr/>
        </p:nvSpPr>
        <p:spPr>
          <a:xfrm>
            <a:off x="502920" y="1874519"/>
            <a:ext cx="2377440" cy="1481328"/>
          </a:xfrm>
          <a:prstGeom prst="roundRect">
            <a:avLst>
              <a:gd name="adj" fmla="val 2500"/>
            </a:avLst>
          </a:prstGeom>
          <a:solidFill>
            <a:srgbClr val="F0EBE3"/>
          </a:solidFill>
          <a:ln w="1143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04088" y="2011679"/>
            <a:ext cx="1975104" cy="256032"/>
          </a:xfrm>
          <a:prstGeom prst="rect">
            <a:avLst/>
          </a:prstGeom>
          <a:noFill/>
        </p:spPr>
        <p:txBody>
          <a:bodyPr wrap="square" lIns="0" rIns="0" tIns="0" bIns="0" anchor="t">
            <a:spAutoFit/>
          </a:bodyPr>
          <a:lstStyle/>
          <a:p>
            <a:pPr algn="l">
              <a:lnSpc>
                <a:spcPct val="115000"/>
              </a:lnSpc>
              <a:spcBef>
                <a:spcPts val="0"/>
              </a:spcBef>
              <a:spcAft>
                <a:spcPts val="0"/>
              </a:spcAft>
            </a:pPr>
            <a:r>
              <a:rPr sz="900" b="1">
                <a:solidFill>
                  <a:srgbClr val="6B5B2E"/>
                </a:solidFill>
                <a:latin typeface="Calibri"/>
              </a:rPr>
              <a:t>MICROSOFT 365</a:t>
            </a:r>
          </a:p>
        </p:txBody>
      </p:sp>
      <p:sp>
        <p:nvSpPr>
          <p:cNvPr id="10" name="Rounded Rectangle 9"/>
          <p:cNvSpPr/>
          <p:nvPr/>
        </p:nvSpPr>
        <p:spPr>
          <a:xfrm>
            <a:off x="713232" y="2194560"/>
            <a:ext cx="1956816" cy="1042415"/>
          </a:xfrm>
          <a:prstGeom prst="roundRect">
            <a:avLst>
              <a:gd name="adj" fmla="val 10000"/>
            </a:avLst>
          </a:prstGeom>
          <a:solidFill>
            <a:srgbClr val="FFFFFF"/>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1435608" y="2359152"/>
            <a:ext cx="512064" cy="512064"/>
          </a:xfrm>
          <a:prstGeom prst="roundRect">
            <a:avLst>
              <a:gd name="adj" fmla="val 20000"/>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M365</a:t>
            </a:r>
          </a:p>
        </p:txBody>
      </p:sp>
      <p:sp>
        <p:nvSpPr>
          <p:cNvPr id="12" name="TextBox 11"/>
          <p:cNvSpPr txBox="1"/>
          <p:nvPr/>
        </p:nvSpPr>
        <p:spPr>
          <a:xfrm>
            <a:off x="822960" y="2980944"/>
            <a:ext cx="1737360" cy="36576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3E3428"/>
                </a:solidFill>
                <a:latin typeface="Calibri"/>
              </a:rPr>
              <a:t>Outlook</a:t>
            </a:r>
          </a:p>
        </p:txBody>
      </p:sp>
      <p:sp>
        <p:nvSpPr>
          <p:cNvPr id="13" name="Rounded Rectangle 12"/>
          <p:cNvSpPr/>
          <p:nvPr/>
        </p:nvSpPr>
        <p:spPr>
          <a:xfrm>
            <a:off x="502920" y="3675887"/>
            <a:ext cx="2377440" cy="1737360"/>
          </a:xfrm>
          <a:prstGeom prst="roundRect">
            <a:avLst>
              <a:gd name="adj" fmla="val 2500"/>
            </a:avLst>
          </a:prstGeom>
          <a:solidFill>
            <a:srgbClr val="F0EBE3"/>
          </a:solidFill>
          <a:ln w="1143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04088" y="3813048"/>
            <a:ext cx="1975104" cy="256032"/>
          </a:xfrm>
          <a:prstGeom prst="rect">
            <a:avLst/>
          </a:prstGeom>
          <a:noFill/>
        </p:spPr>
        <p:txBody>
          <a:bodyPr wrap="square" lIns="0" rIns="0" tIns="0" bIns="0" anchor="t">
            <a:spAutoFit/>
          </a:bodyPr>
          <a:lstStyle/>
          <a:p>
            <a:pPr algn="l">
              <a:lnSpc>
                <a:spcPct val="115000"/>
              </a:lnSpc>
              <a:spcBef>
                <a:spcPts val="0"/>
              </a:spcBef>
              <a:spcAft>
                <a:spcPts val="0"/>
              </a:spcAft>
            </a:pPr>
            <a:r>
              <a:rPr sz="900" b="1">
                <a:solidFill>
                  <a:srgbClr val="6B5B2E"/>
                </a:solidFill>
                <a:latin typeface="Calibri"/>
              </a:rPr>
              <a:t>HOST MACHINE</a:t>
            </a:r>
          </a:p>
        </p:txBody>
      </p:sp>
      <p:sp>
        <p:nvSpPr>
          <p:cNvPr id="15" name="Rounded Rectangle 14"/>
          <p:cNvSpPr/>
          <p:nvPr/>
        </p:nvSpPr>
        <p:spPr>
          <a:xfrm>
            <a:off x="713232" y="4005072"/>
            <a:ext cx="1956816" cy="1207008"/>
          </a:xfrm>
          <a:prstGeom prst="roundRect">
            <a:avLst>
              <a:gd name="adj" fmla="val 10000"/>
            </a:avLst>
          </a:prstGeom>
          <a:solidFill>
            <a:srgbClr val="FFFFFF"/>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1435608" y="4169663"/>
            <a:ext cx="512064" cy="512064"/>
          </a:xfrm>
          <a:prstGeom prst="roundRect">
            <a:avLst>
              <a:gd name="adj" fmla="val 20000"/>
            </a:avLst>
          </a:prstGeom>
          <a:solidFill>
            <a:srgbClr val="0070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BPA</a:t>
            </a:r>
          </a:p>
        </p:txBody>
      </p:sp>
      <p:sp>
        <p:nvSpPr>
          <p:cNvPr id="17" name="TextBox 16"/>
          <p:cNvSpPr txBox="1"/>
          <p:nvPr/>
        </p:nvSpPr>
        <p:spPr>
          <a:xfrm>
            <a:off x="822960" y="4791456"/>
            <a:ext cx="1737360" cy="36576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3E3428"/>
                </a:solidFill>
                <a:latin typeface="Calibri"/>
              </a:rPr>
              <a:t>SAP Build Process Automation</a:t>
            </a:r>
          </a:p>
        </p:txBody>
      </p:sp>
      <p:sp>
        <p:nvSpPr>
          <p:cNvPr id="18" name="Down Arrow 17"/>
          <p:cNvSpPr/>
          <p:nvPr/>
        </p:nvSpPr>
        <p:spPr>
          <a:xfrm>
            <a:off x="1591056" y="3419856"/>
            <a:ext cx="201168" cy="201168"/>
          </a:xfrm>
          <a:prstGeom prst="down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188720" y="3401568"/>
            <a:ext cx="256032" cy="25603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00" b="1">
                <a:solidFill>
                  <a:srgbClr val="FFFFFF"/>
                </a:solidFill>
                <a:latin typeface="Calibri"/>
              </a:rPr>
              <a:t>1</a:t>
            </a:r>
          </a:p>
        </p:txBody>
      </p:sp>
      <p:sp>
        <p:nvSpPr>
          <p:cNvPr id="20" name="Rounded Rectangle 19"/>
          <p:cNvSpPr/>
          <p:nvPr/>
        </p:nvSpPr>
        <p:spPr>
          <a:xfrm>
            <a:off x="3154680" y="1691640"/>
            <a:ext cx="5349240" cy="3886200"/>
          </a:xfrm>
          <a:prstGeom prst="roundRect">
            <a:avLst>
              <a:gd name="adj" fmla="val 2500"/>
            </a:avLst>
          </a:prstGeom>
          <a:noFill/>
          <a:ln w="13970">
            <a:solidFill>
              <a:srgbClr val="8B73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355848" y="1828800"/>
            <a:ext cx="4946903" cy="256032"/>
          </a:xfrm>
          <a:prstGeom prst="rect">
            <a:avLst/>
          </a:prstGeom>
          <a:noFill/>
        </p:spPr>
        <p:txBody>
          <a:bodyPr wrap="square" lIns="0" rIns="0" tIns="0" bIns="0" anchor="t">
            <a:spAutoFit/>
          </a:bodyPr>
          <a:lstStyle/>
          <a:p>
            <a:pPr algn="l">
              <a:lnSpc>
                <a:spcPct val="115000"/>
              </a:lnSpc>
              <a:spcBef>
                <a:spcPts val="0"/>
              </a:spcBef>
              <a:spcAft>
                <a:spcPts val="0"/>
              </a:spcAft>
            </a:pPr>
            <a:r>
              <a:rPr sz="900" b="1">
                <a:solidFill>
                  <a:srgbClr val="6B5B2E"/>
                </a:solidFill>
                <a:latin typeface="Calibri"/>
              </a:rPr>
              <a:t>SAP BUSINESS TECHNOLOGY PLATFORM</a:t>
            </a:r>
          </a:p>
        </p:txBody>
      </p:sp>
      <p:sp>
        <p:nvSpPr>
          <p:cNvPr id="22" name="Rounded Rectangle 21"/>
          <p:cNvSpPr/>
          <p:nvPr/>
        </p:nvSpPr>
        <p:spPr>
          <a:xfrm>
            <a:off x="3383280" y="2148840"/>
            <a:ext cx="4892040" cy="1207008"/>
          </a:xfrm>
          <a:prstGeom prst="roundRect">
            <a:avLst>
              <a:gd name="adj" fmla="val 6000"/>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547872" y="2249424"/>
            <a:ext cx="4480560" cy="256032"/>
          </a:xfrm>
          <a:prstGeom prst="rect">
            <a:avLst/>
          </a:prstGeom>
          <a:noFill/>
        </p:spPr>
        <p:txBody>
          <a:bodyPr wrap="square" lIns="0" rIns="0" tIns="0" bIns="0" anchor="t">
            <a:spAutoFit/>
          </a:bodyPr>
          <a:lstStyle/>
          <a:p>
            <a:pPr algn="l">
              <a:lnSpc>
                <a:spcPct val="115000"/>
              </a:lnSpc>
              <a:spcBef>
                <a:spcPts val="0"/>
              </a:spcBef>
              <a:spcAft>
                <a:spcPts val="0"/>
              </a:spcAft>
            </a:pPr>
            <a:r>
              <a:rPr sz="850" b="1">
                <a:solidFill>
                  <a:srgbClr val="C8BEAA"/>
                </a:solidFill>
                <a:latin typeface="Calibri"/>
              </a:rPr>
              <a:t>SAP AI CORE</a:t>
            </a:r>
          </a:p>
        </p:txBody>
      </p:sp>
      <p:sp>
        <p:nvSpPr>
          <p:cNvPr id="24" name="Rounded Rectangle 23"/>
          <p:cNvSpPr/>
          <p:nvPr/>
        </p:nvSpPr>
        <p:spPr>
          <a:xfrm>
            <a:off x="3547872" y="2542032"/>
            <a:ext cx="2240280" cy="658368"/>
          </a:xfrm>
          <a:prstGeom prst="roundRect">
            <a:avLst>
              <a:gd name="adj" fmla="val 14000"/>
            </a:avLst>
          </a:prstGeom>
          <a:solidFill>
            <a:srgbClr val="1B3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100" b="1">
                <a:solidFill>
                  <a:srgbClr val="FFFFFF"/>
                </a:solidFill>
                <a:latin typeface="Calibri"/>
              </a:rPr>
              <a:t>Orchestration</a:t>
            </a:r>
          </a:p>
        </p:txBody>
      </p:sp>
      <p:sp>
        <p:nvSpPr>
          <p:cNvPr id="25" name="Rounded Rectangle 24"/>
          <p:cNvSpPr/>
          <p:nvPr/>
        </p:nvSpPr>
        <p:spPr>
          <a:xfrm>
            <a:off x="5943600" y="2542032"/>
            <a:ext cx="2240280" cy="658368"/>
          </a:xfrm>
          <a:prstGeom prst="roundRect">
            <a:avLst>
              <a:gd name="adj" fmla="val 14000"/>
            </a:avLst>
          </a:prstGeom>
          <a:solidFill>
            <a:srgbClr val="1B30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100" b="1">
                <a:solidFill>
                  <a:srgbClr val="FFFFFF"/>
                </a:solidFill>
                <a:latin typeface="Calibri"/>
              </a:rPr>
              <a:t>Generative AI Hub</a:t>
            </a:r>
          </a:p>
        </p:txBody>
      </p:sp>
      <p:sp>
        <p:nvSpPr>
          <p:cNvPr id="26" name="Rounded Rectangle 25"/>
          <p:cNvSpPr/>
          <p:nvPr/>
        </p:nvSpPr>
        <p:spPr>
          <a:xfrm>
            <a:off x="3383280" y="3840480"/>
            <a:ext cx="2331720" cy="932688"/>
          </a:xfrm>
          <a:prstGeom prst="roundRect">
            <a:avLst>
              <a:gd name="adj" fmla="val 10000"/>
            </a:avLst>
          </a:prstGeom>
          <a:solidFill>
            <a:srgbClr val="FFFFFF"/>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3529584" y="4078224"/>
            <a:ext cx="457200" cy="457200"/>
          </a:xfrm>
          <a:prstGeom prst="roundRect">
            <a:avLst>
              <a:gd name="adj" fmla="val 20000"/>
            </a:avLst>
          </a:prstGeom>
          <a:solidFill>
            <a:srgbClr val="0070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00" b="1">
                <a:solidFill>
                  <a:srgbClr val="FFFFFF"/>
                </a:solidFill>
                <a:latin typeface="Calibri"/>
              </a:rPr>
              <a:t>CAP</a:t>
            </a:r>
          </a:p>
        </p:txBody>
      </p:sp>
      <p:sp>
        <p:nvSpPr>
          <p:cNvPr id="28" name="TextBox 27"/>
          <p:cNvSpPr txBox="1"/>
          <p:nvPr/>
        </p:nvSpPr>
        <p:spPr>
          <a:xfrm>
            <a:off x="4096512" y="3895344"/>
            <a:ext cx="1490472" cy="822960"/>
          </a:xfrm>
          <a:prstGeom prst="rect">
            <a:avLst/>
          </a:prstGeom>
          <a:noFill/>
        </p:spPr>
        <p:txBody>
          <a:bodyPr wrap="square" lIns="0" rIns="0" tIns="0" bIns="0" anchor="ctr">
            <a:spAutoFit/>
          </a:bodyPr>
          <a:lstStyle/>
          <a:p>
            <a:pPr algn="l">
              <a:lnSpc>
                <a:spcPct val="108000"/>
              </a:lnSpc>
              <a:spcBef>
                <a:spcPts val="0"/>
              </a:spcBef>
              <a:spcAft>
                <a:spcPts val="0"/>
              </a:spcAft>
            </a:pPr>
            <a:r>
              <a:rPr sz="1100" b="1">
                <a:solidFill>
                  <a:srgbClr val="3E3428"/>
                </a:solidFill>
                <a:latin typeface="Calibri"/>
              </a:rPr>
              <a:t>CAP Application</a:t>
            </a:r>
          </a:p>
        </p:txBody>
      </p:sp>
      <p:sp>
        <p:nvSpPr>
          <p:cNvPr id="29" name="Rounded Rectangle 28"/>
          <p:cNvSpPr/>
          <p:nvPr/>
        </p:nvSpPr>
        <p:spPr>
          <a:xfrm>
            <a:off x="5943600" y="3840480"/>
            <a:ext cx="2331720" cy="932688"/>
          </a:xfrm>
          <a:prstGeom prst="roundRect">
            <a:avLst>
              <a:gd name="adj" fmla="val 10000"/>
            </a:avLst>
          </a:prstGeom>
          <a:solidFill>
            <a:srgbClr val="FFFFFF"/>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089904" y="4078224"/>
            <a:ext cx="457200" cy="457200"/>
          </a:xfrm>
          <a:prstGeom prst="roundRect">
            <a:avLst>
              <a:gd name="adj" fmla="val 20000"/>
            </a:avLst>
          </a:prstGeom>
          <a:solidFill>
            <a:srgbClr val="0070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00" b="1">
                <a:solidFill>
                  <a:srgbClr val="FFFFFF"/>
                </a:solidFill>
                <a:latin typeface="Calibri"/>
              </a:rPr>
              <a:t>UI5</a:t>
            </a:r>
          </a:p>
        </p:txBody>
      </p:sp>
      <p:sp>
        <p:nvSpPr>
          <p:cNvPr id="31" name="TextBox 30"/>
          <p:cNvSpPr txBox="1"/>
          <p:nvPr/>
        </p:nvSpPr>
        <p:spPr>
          <a:xfrm>
            <a:off x="6656832" y="3895344"/>
            <a:ext cx="1490472" cy="822960"/>
          </a:xfrm>
          <a:prstGeom prst="rect">
            <a:avLst/>
          </a:prstGeom>
          <a:noFill/>
        </p:spPr>
        <p:txBody>
          <a:bodyPr wrap="square" lIns="0" rIns="0" tIns="0" bIns="0" anchor="ctr">
            <a:spAutoFit/>
          </a:bodyPr>
          <a:lstStyle/>
          <a:p>
            <a:pPr algn="l">
              <a:lnSpc>
                <a:spcPct val="108000"/>
              </a:lnSpc>
              <a:spcBef>
                <a:spcPts val="0"/>
              </a:spcBef>
              <a:spcAft>
                <a:spcPts val="0"/>
              </a:spcAft>
            </a:pPr>
            <a:r>
              <a:rPr sz="1100" b="1">
                <a:solidFill>
                  <a:srgbClr val="3E3428"/>
                </a:solidFill>
                <a:latin typeface="Calibri"/>
              </a:rPr>
              <a:t>SAP Fiori</a:t>
            </a:r>
          </a:p>
        </p:txBody>
      </p:sp>
      <p:sp>
        <p:nvSpPr>
          <p:cNvPr id="32" name="Down Arrow 31"/>
          <p:cNvSpPr/>
          <p:nvPr/>
        </p:nvSpPr>
        <p:spPr>
          <a:xfrm>
            <a:off x="4453128" y="3438144"/>
            <a:ext cx="201168" cy="201168"/>
          </a:xfrm>
          <a:prstGeom prst="down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Up Arrow 32"/>
          <p:cNvSpPr/>
          <p:nvPr/>
        </p:nvSpPr>
        <p:spPr>
          <a:xfrm>
            <a:off x="4800600" y="3438144"/>
            <a:ext cx="201168" cy="201168"/>
          </a:xfrm>
          <a:prstGeom prst="upArrow">
            <a:avLst/>
          </a:prstGeom>
          <a:solidFill>
            <a:srgbClr val="C8BE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3986784" y="3419856"/>
            <a:ext cx="256032" cy="25603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00" b="1">
                <a:solidFill>
                  <a:srgbClr val="FFFFFF"/>
                </a:solidFill>
                <a:latin typeface="Calibri"/>
              </a:rPr>
              <a:t>3</a:t>
            </a:r>
          </a:p>
        </p:txBody>
      </p:sp>
      <p:sp>
        <p:nvSpPr>
          <p:cNvPr id="35" name="Rounded Rectangle 34"/>
          <p:cNvSpPr/>
          <p:nvPr/>
        </p:nvSpPr>
        <p:spPr>
          <a:xfrm>
            <a:off x="8778240" y="3017520"/>
            <a:ext cx="2880360" cy="1874519"/>
          </a:xfrm>
          <a:prstGeom prst="roundRect">
            <a:avLst>
              <a:gd name="adj" fmla="val 2500"/>
            </a:avLst>
          </a:prstGeom>
          <a:solidFill>
            <a:srgbClr val="F0EBE3"/>
          </a:solidFill>
          <a:ln w="1143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979408" y="3154679"/>
            <a:ext cx="2478024" cy="256032"/>
          </a:xfrm>
          <a:prstGeom prst="rect">
            <a:avLst/>
          </a:prstGeom>
          <a:noFill/>
        </p:spPr>
        <p:txBody>
          <a:bodyPr wrap="square" lIns="0" rIns="0" tIns="0" bIns="0" anchor="t">
            <a:spAutoFit/>
          </a:bodyPr>
          <a:lstStyle/>
          <a:p>
            <a:pPr algn="l">
              <a:lnSpc>
                <a:spcPct val="115000"/>
              </a:lnSpc>
              <a:spcBef>
                <a:spcPts val="0"/>
              </a:spcBef>
              <a:spcAft>
                <a:spcPts val="0"/>
              </a:spcAft>
            </a:pPr>
            <a:r>
              <a:rPr sz="900" b="1">
                <a:solidFill>
                  <a:srgbClr val="6B5B2E"/>
                </a:solidFill>
                <a:latin typeface="Calibri"/>
              </a:rPr>
              <a:t>SAP BACKEND</a:t>
            </a:r>
          </a:p>
        </p:txBody>
      </p:sp>
      <p:sp>
        <p:nvSpPr>
          <p:cNvPr id="37" name="Rounded Rectangle 36"/>
          <p:cNvSpPr/>
          <p:nvPr/>
        </p:nvSpPr>
        <p:spPr>
          <a:xfrm>
            <a:off x="9006840" y="3346704"/>
            <a:ext cx="2423160" cy="1298448"/>
          </a:xfrm>
          <a:prstGeom prst="roundRect">
            <a:avLst>
              <a:gd name="adj" fmla="val 10000"/>
            </a:avLst>
          </a:prstGeom>
          <a:solidFill>
            <a:srgbClr val="FFFFFF"/>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9962388" y="3511296"/>
            <a:ext cx="512064" cy="512064"/>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50" b="1">
                <a:solidFill>
                  <a:srgbClr val="FFFFFF"/>
                </a:solidFill>
                <a:latin typeface="Calibri"/>
              </a:rPr>
              <a:t>S/4</a:t>
            </a:r>
          </a:p>
        </p:txBody>
      </p:sp>
      <p:sp>
        <p:nvSpPr>
          <p:cNvPr id="39" name="TextBox 38"/>
          <p:cNvSpPr txBox="1"/>
          <p:nvPr/>
        </p:nvSpPr>
        <p:spPr>
          <a:xfrm>
            <a:off x="9116567" y="4133088"/>
            <a:ext cx="2203704" cy="365760"/>
          </a:xfrm>
          <a:prstGeom prst="rect">
            <a:avLst/>
          </a:prstGeom>
          <a:noFill/>
        </p:spPr>
        <p:txBody>
          <a:bodyPr wrap="square" lIns="0" rIns="0" tIns="0" bIns="0" anchor="t">
            <a:spAutoFit/>
          </a:bodyPr>
          <a:lstStyle/>
          <a:p>
            <a:pPr algn="ctr">
              <a:lnSpc>
                <a:spcPct val="105000"/>
              </a:lnSpc>
              <a:spcBef>
                <a:spcPts val="0"/>
              </a:spcBef>
              <a:spcAft>
                <a:spcPts val="0"/>
              </a:spcAft>
            </a:pPr>
            <a:r>
              <a:rPr sz="1100" b="1">
                <a:solidFill>
                  <a:srgbClr val="3E3428"/>
                </a:solidFill>
                <a:latin typeface="Calibri"/>
              </a:rPr>
              <a:t>SAP S/4HANA</a:t>
            </a:r>
          </a:p>
        </p:txBody>
      </p:sp>
      <p:sp>
        <p:nvSpPr>
          <p:cNvPr id="40" name="Right Arrow 39"/>
          <p:cNvSpPr/>
          <p:nvPr/>
        </p:nvSpPr>
        <p:spPr>
          <a:xfrm>
            <a:off x="2907792" y="4206240"/>
            <a:ext cx="292608"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2889504" y="3858768"/>
            <a:ext cx="256032" cy="25603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00" b="1">
                <a:solidFill>
                  <a:srgbClr val="FFFFFF"/>
                </a:solidFill>
                <a:latin typeface="Calibri"/>
              </a:rPr>
              <a:t>2</a:t>
            </a:r>
          </a:p>
        </p:txBody>
      </p:sp>
      <p:sp>
        <p:nvSpPr>
          <p:cNvPr id="42" name="Right Arrow 41"/>
          <p:cNvSpPr/>
          <p:nvPr/>
        </p:nvSpPr>
        <p:spPr>
          <a:xfrm>
            <a:off x="8321040" y="4206240"/>
            <a:ext cx="365760"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8357616" y="3858768"/>
            <a:ext cx="256032" cy="25603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00" b="1">
                <a:solidFill>
                  <a:srgbClr val="FFFFFF"/>
                </a:solidFill>
                <a:latin typeface="Calibri"/>
              </a:rPr>
              <a:t>4</a:t>
            </a:r>
          </a:p>
        </p:txBody>
      </p:sp>
      <p:sp>
        <p:nvSpPr>
          <p:cNvPr id="44" name="Oval 43"/>
          <p:cNvSpPr/>
          <p:nvPr/>
        </p:nvSpPr>
        <p:spPr>
          <a:xfrm>
            <a:off x="7973568" y="3639312"/>
            <a:ext cx="256032" cy="256032"/>
          </a:xfrm>
          <a:prstGeom prst="ellipse">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900" b="1">
                <a:solidFill>
                  <a:srgbClr val="FFFFFF"/>
                </a:solidFill>
                <a:latin typeface="Calibri"/>
              </a:rPr>
              <a:t>5</a:t>
            </a:r>
          </a:p>
        </p:txBody>
      </p:sp>
      <p:sp>
        <p:nvSpPr>
          <p:cNvPr id="45" name="TextBox 44"/>
          <p:cNvSpPr txBox="1"/>
          <p:nvPr/>
        </p:nvSpPr>
        <p:spPr>
          <a:xfrm>
            <a:off x="502920" y="5779008"/>
            <a:ext cx="11155680" cy="365760"/>
          </a:xfrm>
          <a:prstGeom prst="rect">
            <a:avLst/>
          </a:prstGeom>
          <a:noFill/>
        </p:spPr>
        <p:txBody>
          <a:bodyPr wrap="square" lIns="0" rIns="0" tIns="0" bIns="0" anchor="t">
            <a:spAutoFit/>
          </a:bodyPr>
          <a:lstStyle/>
          <a:p>
            <a:pPr>
              <a:lnSpc>
                <a:spcPct val="115000"/>
              </a:lnSpc>
            </a:pPr>
            <a:r>
              <a:rPr sz="950" b="1">
                <a:solidFill>
                  <a:srgbClr val="001964"/>
                </a:solidFill>
                <a:latin typeface="Calibri"/>
              </a:rPr>
              <a:t>  1  </a:t>
            </a:r>
            <a:r>
              <a:rPr sz="950">
                <a:solidFill>
                  <a:srgbClr val="6E6455"/>
                </a:solidFill>
                <a:latin typeface="Calibri"/>
              </a:rPr>
              <a:t>Agent reads the mailbox      </a:t>
            </a:r>
            <a:r>
              <a:rPr sz="950" b="1">
                <a:solidFill>
                  <a:srgbClr val="001964"/>
                </a:solidFill>
                <a:latin typeface="Calibri"/>
              </a:rPr>
              <a:t>  2  </a:t>
            </a:r>
            <a:r>
              <a:rPr sz="950">
                <a:solidFill>
                  <a:srgbClr val="6E6455"/>
                </a:solidFill>
                <a:latin typeface="Calibri"/>
              </a:rPr>
              <a:t>Attachments sent to the app      </a:t>
            </a:r>
            <a:r>
              <a:rPr sz="950" b="1">
                <a:solidFill>
                  <a:srgbClr val="001964"/>
                </a:solidFill>
                <a:latin typeface="Calibri"/>
              </a:rPr>
              <a:t>  3  </a:t>
            </a:r>
            <a:r>
              <a:rPr sz="950">
                <a:solidFill>
                  <a:srgbClr val="6E6455"/>
                </a:solidFill>
                <a:latin typeface="Calibri"/>
              </a:rPr>
              <a:t>Model reads the PDF      </a:t>
            </a:r>
            <a:r>
              <a:rPr sz="950" b="1">
                <a:solidFill>
                  <a:srgbClr val="001964"/>
                </a:solidFill>
                <a:latin typeface="Calibri"/>
              </a:rPr>
              <a:t>  4  </a:t>
            </a:r>
            <a:r>
              <a:rPr sz="950">
                <a:solidFill>
                  <a:srgbClr val="6E6455"/>
                </a:solidFill>
                <a:latin typeface="Calibri"/>
              </a:rPr>
              <a:t>Invoices written to S/4HANA      </a:t>
            </a:r>
            <a:r>
              <a:rPr sz="950" b="1">
                <a:solidFill>
                  <a:srgbClr val="001964"/>
                </a:solidFill>
                <a:latin typeface="Calibri"/>
              </a:rPr>
              <a:t>  5  </a:t>
            </a:r>
            <a:r>
              <a:rPr sz="950">
                <a:solidFill>
                  <a:srgbClr val="6E6455"/>
                </a:solidFill>
                <a:latin typeface="Calibri"/>
              </a:rPr>
              <a:t>Reviewer approves in Fiori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End-to-End Process Flow</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548640"/>
          </a:xfrm>
          <a:prstGeom prst="roundRect">
            <a:avLst>
              <a:gd name="adj" fmla="val 17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932688"/>
            <a:ext cx="384048" cy="329184"/>
          </a:xfrm>
          <a:prstGeom prst="rect">
            <a:avLst/>
          </a:prstGeom>
        </p:spPr>
      </p:pic>
      <p:sp>
        <p:nvSpPr>
          <p:cNvPr id="7" name="TextBox 6"/>
          <p:cNvSpPr txBox="1"/>
          <p:nvPr/>
        </p:nvSpPr>
        <p:spPr>
          <a:xfrm>
            <a:off x="1371600" y="969264"/>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One email in, reviewed accounting documents out</a:t>
            </a:r>
          </a:p>
        </p:txBody>
      </p:sp>
      <p:sp>
        <p:nvSpPr>
          <p:cNvPr id="8" name="Rectangle 7"/>
          <p:cNvSpPr/>
          <p:nvPr/>
        </p:nvSpPr>
        <p:spPr>
          <a:xfrm>
            <a:off x="502920" y="1645920"/>
            <a:ext cx="11155680" cy="1188720"/>
          </a:xfrm>
          <a:prstGeom prst="rect">
            <a:avLst/>
          </a:prstGeom>
          <a:noFill/>
          <a:ln w="889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02920" y="1645920"/>
            <a:ext cx="1554480" cy="1188720"/>
          </a:xfrm>
          <a:prstGeom prst="rect">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02920" y="1645920"/>
            <a:ext cx="1554480" cy="1188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150" b="1">
                <a:solidFill>
                  <a:srgbClr val="FFFFFF"/>
                </a:solidFill>
                <a:latin typeface="Calibri"/>
              </a:rPr>
              <a:t>CAPTURE</a:t>
            </a:r>
          </a:p>
        </p:txBody>
      </p:sp>
      <p:sp>
        <p:nvSpPr>
          <p:cNvPr id="11" name="Rectangle 10"/>
          <p:cNvSpPr/>
          <p:nvPr/>
        </p:nvSpPr>
        <p:spPr>
          <a:xfrm>
            <a:off x="502920" y="2944368"/>
            <a:ext cx="11155680" cy="1691640"/>
          </a:xfrm>
          <a:prstGeom prst="rect">
            <a:avLst/>
          </a:prstGeom>
          <a:noFill/>
          <a:ln w="889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02920" y="2944368"/>
            <a:ext cx="1554480" cy="1691640"/>
          </a:xfrm>
          <a:prstGeom prst="rect">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02920" y="2944368"/>
            <a:ext cx="1554480" cy="1691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150" b="1">
                <a:solidFill>
                  <a:srgbClr val="FFFFFF"/>
                </a:solidFill>
                <a:latin typeface="Calibri"/>
              </a:rPr>
              <a:t>UNDERSTAND</a:t>
            </a:r>
          </a:p>
        </p:txBody>
      </p:sp>
      <p:sp>
        <p:nvSpPr>
          <p:cNvPr id="14" name="Rectangle 13"/>
          <p:cNvSpPr/>
          <p:nvPr/>
        </p:nvSpPr>
        <p:spPr>
          <a:xfrm>
            <a:off x="502920" y="4745736"/>
            <a:ext cx="11155680" cy="1042415"/>
          </a:xfrm>
          <a:prstGeom prst="rect">
            <a:avLst/>
          </a:prstGeom>
          <a:noFill/>
          <a:ln w="889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02920" y="4745736"/>
            <a:ext cx="1554480" cy="1042415"/>
          </a:xfrm>
          <a:prstGeom prst="rect">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02920" y="4745736"/>
            <a:ext cx="1554480" cy="104241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150" b="1">
                <a:solidFill>
                  <a:srgbClr val="FFFFFF"/>
                </a:solidFill>
                <a:latin typeface="Calibri"/>
              </a:rPr>
              <a:t>VERIFY</a:t>
            </a:r>
          </a:p>
        </p:txBody>
      </p:sp>
      <p:sp>
        <p:nvSpPr>
          <p:cNvPr id="17" name="Rounded Rectangle 16"/>
          <p:cNvSpPr/>
          <p:nvPr/>
        </p:nvSpPr>
        <p:spPr>
          <a:xfrm>
            <a:off x="2286000" y="1901952"/>
            <a:ext cx="2834640" cy="67665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Email arrives</a:t>
            </a:r>
          </a:p>
        </p:txBody>
      </p:sp>
      <p:sp>
        <p:nvSpPr>
          <p:cNvPr id="18" name="Right Arrow 17"/>
          <p:cNvSpPr/>
          <p:nvPr/>
        </p:nvSpPr>
        <p:spPr>
          <a:xfrm>
            <a:off x="5148072" y="2139696"/>
            <a:ext cx="237744"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440680" y="1901952"/>
            <a:ext cx="2834640" cy="67665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Attachments collected</a:t>
            </a:r>
          </a:p>
        </p:txBody>
      </p:sp>
      <p:sp>
        <p:nvSpPr>
          <p:cNvPr id="20" name="Right Arrow 19"/>
          <p:cNvSpPr/>
          <p:nvPr/>
        </p:nvSpPr>
        <p:spPr>
          <a:xfrm>
            <a:off x="8302752" y="2139696"/>
            <a:ext cx="237744"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595360" y="1901952"/>
            <a:ext cx="2834640" cy="67665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Sent to the AI service</a:t>
            </a:r>
          </a:p>
        </p:txBody>
      </p:sp>
      <p:sp>
        <p:nvSpPr>
          <p:cNvPr id="22" name="Rounded Rectangle 21"/>
          <p:cNvSpPr/>
          <p:nvPr/>
        </p:nvSpPr>
        <p:spPr>
          <a:xfrm>
            <a:off x="2286000" y="3401568"/>
            <a:ext cx="2331720" cy="76809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Summarise</a:t>
            </a:r>
          </a:p>
          <a:p>
            <a:pPr algn="ctr">
              <a:lnSpc>
                <a:spcPct val="106000"/>
              </a:lnSpc>
              <a:spcAft>
                <a:spcPts val="200"/>
              </a:spcAft>
            </a:pPr>
            <a:r>
              <a:rPr sz="900" b="0">
                <a:solidFill>
                  <a:srgbClr val="6E6455"/>
                </a:solidFill>
                <a:latin typeface="Calibri"/>
              </a:rPr>
              <a:t>which files are invoices</a:t>
            </a:r>
          </a:p>
        </p:txBody>
      </p:sp>
      <p:sp>
        <p:nvSpPr>
          <p:cNvPr id="23" name="Right Arrow 22"/>
          <p:cNvSpPr/>
          <p:nvPr/>
        </p:nvSpPr>
        <p:spPr>
          <a:xfrm>
            <a:off x="4663440" y="3685032"/>
            <a:ext cx="219456"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Diamond 23"/>
          <p:cNvSpPr/>
          <p:nvPr/>
        </p:nvSpPr>
        <p:spPr>
          <a:xfrm>
            <a:off x="4956048" y="3236976"/>
            <a:ext cx="2103120" cy="1097280"/>
          </a:xfrm>
          <a:prstGeom prst="diamond">
            <a:avLst/>
          </a:prstGeom>
          <a:solidFill>
            <a:srgbClr val="FFFFFF"/>
          </a:solidFill>
          <a:ln w="17780">
            <a:solidFill>
              <a:srgbClr val="0019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000" b="0">
                <a:solidFill>
                  <a:srgbClr val="3E3428"/>
                </a:solidFill>
                <a:latin typeface="Calibri"/>
              </a:rPr>
              <a:t>Invoice or</a:t>
            </a:r>
          </a:p>
          <a:p>
            <a:pPr algn="ctr">
              <a:lnSpc>
                <a:spcPct val="106000"/>
              </a:lnSpc>
              <a:spcAft>
                <a:spcPts val="200"/>
              </a:spcAft>
            </a:pPr>
            <a:r>
              <a:rPr sz="1000" b="0">
                <a:solidFill>
                  <a:srgbClr val="3E3428"/>
                </a:solidFill>
                <a:latin typeface="Calibri"/>
              </a:rPr>
              <a:t>payment memo?</a:t>
            </a:r>
          </a:p>
        </p:txBody>
      </p:sp>
      <p:sp>
        <p:nvSpPr>
          <p:cNvPr id="25" name="Right Arrow 24"/>
          <p:cNvSpPr/>
          <p:nvPr/>
        </p:nvSpPr>
        <p:spPr>
          <a:xfrm>
            <a:off x="7114032" y="3685032"/>
            <a:ext cx="219456"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388352" y="3401568"/>
            <a:ext cx="1920240" cy="76809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Split</a:t>
            </a:r>
          </a:p>
          <a:p>
            <a:pPr algn="ctr">
              <a:lnSpc>
                <a:spcPct val="106000"/>
              </a:lnSpc>
              <a:spcAft>
                <a:spcPts val="200"/>
              </a:spcAft>
            </a:pPr>
            <a:r>
              <a:rPr sz="900" b="0">
                <a:solidFill>
                  <a:srgbClr val="6E6455"/>
                </a:solidFill>
                <a:latin typeface="Calibri"/>
              </a:rPr>
              <a:t>one file per invoice</a:t>
            </a:r>
          </a:p>
        </p:txBody>
      </p:sp>
      <p:sp>
        <p:nvSpPr>
          <p:cNvPr id="27" name="Right Arrow 26"/>
          <p:cNvSpPr/>
          <p:nvPr/>
        </p:nvSpPr>
        <p:spPr>
          <a:xfrm>
            <a:off x="9345168" y="3685032"/>
            <a:ext cx="219456"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619488" y="3401568"/>
            <a:ext cx="1920240" cy="76809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Extract</a:t>
            </a:r>
          </a:p>
          <a:p>
            <a:pPr algn="ctr">
              <a:lnSpc>
                <a:spcPct val="106000"/>
              </a:lnSpc>
              <a:spcAft>
                <a:spcPts val="200"/>
              </a:spcAft>
            </a:pPr>
            <a:r>
              <a:rPr sz="900" b="0">
                <a:solidFill>
                  <a:srgbClr val="6E6455"/>
                </a:solidFill>
                <a:latin typeface="Calibri"/>
              </a:rPr>
              <a:t>header and line items</a:t>
            </a:r>
          </a:p>
        </p:txBody>
      </p:sp>
      <p:sp>
        <p:nvSpPr>
          <p:cNvPr id="29" name="Rounded Rectangle 28"/>
          <p:cNvSpPr/>
          <p:nvPr/>
        </p:nvSpPr>
        <p:spPr>
          <a:xfrm>
            <a:off x="2286000" y="5001768"/>
            <a:ext cx="2834640" cy="67665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Saved as a draft</a:t>
            </a:r>
          </a:p>
        </p:txBody>
      </p:sp>
      <p:sp>
        <p:nvSpPr>
          <p:cNvPr id="30" name="Right Arrow 29"/>
          <p:cNvSpPr/>
          <p:nvPr/>
        </p:nvSpPr>
        <p:spPr>
          <a:xfrm>
            <a:off x="5148072" y="5239512"/>
            <a:ext cx="237744"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5440680" y="5001768"/>
            <a:ext cx="2834640" cy="67665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Checked against the PDF</a:t>
            </a:r>
          </a:p>
        </p:txBody>
      </p:sp>
      <p:sp>
        <p:nvSpPr>
          <p:cNvPr id="32" name="Right Arrow 31"/>
          <p:cNvSpPr/>
          <p:nvPr/>
        </p:nvSpPr>
        <p:spPr>
          <a:xfrm>
            <a:off x="8302752" y="5239512"/>
            <a:ext cx="237744" cy="201168"/>
          </a:xfrm>
          <a:prstGeom prst="rightArrow">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8595360" y="5001768"/>
            <a:ext cx="2834640" cy="676656"/>
          </a:xfrm>
          <a:prstGeom prst="roundRect">
            <a:avLst>
              <a:gd name="adj" fmla="val 10000"/>
            </a:avLst>
          </a:prstGeom>
          <a:solidFill>
            <a:srgbClr val="FAF5EB"/>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200" b="1">
                <a:solidFill>
                  <a:srgbClr val="3E3428"/>
                </a:solidFill>
                <a:latin typeface="Calibri"/>
              </a:rPr>
              <a:t>Approved and posted</a:t>
            </a:r>
          </a:p>
        </p:txBody>
      </p:sp>
      <p:pic>
        <p:nvPicPr>
          <p:cNvPr id="34" name="Picture 33" descr="image.png"/>
          <p:cNvPicPr>
            <a:picLocks noChangeAspect="1"/>
          </p:cNvPicPr>
          <p:nvPr/>
        </p:nvPicPr>
        <p:blipFill>
          <a:blip r:embed="rId3"/>
          <a:stretch>
            <a:fillRect/>
          </a:stretch>
        </p:blipFill>
        <p:spPr>
          <a:xfrm>
            <a:off x="502920" y="5888736"/>
            <a:ext cx="256032" cy="256032"/>
          </a:xfrm>
          <a:prstGeom prst="rect">
            <a:avLst/>
          </a:prstGeom>
        </p:spPr>
      </p:pic>
      <p:sp>
        <p:nvSpPr>
          <p:cNvPr id="35" name="TextBox 34"/>
          <p:cNvSpPr txBox="1"/>
          <p:nvPr/>
        </p:nvSpPr>
        <p:spPr>
          <a:xfrm>
            <a:off x="896112" y="5870448"/>
            <a:ext cx="10835640" cy="310896"/>
          </a:xfrm>
          <a:prstGeom prst="rect">
            <a:avLst/>
          </a:prstGeom>
          <a:noFill/>
        </p:spPr>
        <p:txBody>
          <a:bodyPr wrap="square" lIns="0" rIns="0" tIns="0" bIns="0" anchor="t">
            <a:spAutoFit/>
          </a:bodyPr>
          <a:lstStyle/>
          <a:p>
            <a:pPr>
              <a:lnSpc>
                <a:spcPct val="110000"/>
              </a:lnSpc>
            </a:pPr>
            <a:r>
              <a:rPr sz="1000" b="1">
                <a:solidFill>
                  <a:srgbClr val="6B5B2E"/>
                </a:solidFill>
                <a:latin typeface="Calibri"/>
              </a:rPr>
              <a:t>Resilience：</a:t>
            </a:r>
            <a:r>
              <a:rPr sz="1000">
                <a:solidFill>
                  <a:srgbClr val="6E6455"/>
                </a:solidFill>
                <a:latin typeface="Calibri"/>
              </a:rPr>
              <a:t>Every stage degrades into a warning, never an error — one bad attachment costs that attachment, not the email.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3E3428"/>
                </a:solidFill>
                <a:latin typeface="Cambria"/>
              </a:rPr>
              <a:t>Using AI Well — and What It Delivers</a:t>
            </a:r>
          </a:p>
        </p:txBody>
      </p:sp>
      <p:sp>
        <p:nvSpPr>
          <p:cNvPr id="4" name="Text Placeholder 3"/>
          <p:cNvSpPr>
            <a:spLocks noGrp="1"/>
          </p:cNvSpPr>
          <p:nvPr>
            <p:ph type="body" idx="11" sz="quarter"/>
          </p:nvPr>
        </p:nvSpPr>
        <p:spPr/>
        <p:txBody>
          <a:bodyPr/>
          <a:lstStyle/>
          <a:p/>
        </p:txBody>
      </p:sp>
      <p:sp>
        <p:nvSpPr>
          <p:cNvPr id="5" name="Rounded Rectangle 4"/>
          <p:cNvSpPr/>
          <p:nvPr/>
        </p:nvSpPr>
        <p:spPr>
          <a:xfrm>
            <a:off x="502920" y="822960"/>
            <a:ext cx="11155680" cy="841248"/>
          </a:xfrm>
          <a:prstGeom prst="roundRect">
            <a:avLst>
              <a:gd name="adj" fmla="val 11000"/>
            </a:avLst>
          </a:prstGeom>
          <a:solidFill>
            <a:srgbClr val="7D6E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mage.png"/>
          <p:cNvPicPr>
            <a:picLocks noChangeAspect="1"/>
          </p:cNvPicPr>
          <p:nvPr/>
        </p:nvPicPr>
        <p:blipFill>
          <a:blip r:embed="rId2"/>
          <a:stretch>
            <a:fillRect/>
          </a:stretch>
        </p:blipFill>
        <p:spPr>
          <a:xfrm>
            <a:off x="786384" y="1078992"/>
            <a:ext cx="384048" cy="329184"/>
          </a:xfrm>
          <a:prstGeom prst="rect">
            <a:avLst/>
          </a:prstGeom>
        </p:spPr>
      </p:pic>
      <p:sp>
        <p:nvSpPr>
          <p:cNvPr id="7" name="TextBox 6"/>
          <p:cNvSpPr txBox="1"/>
          <p:nvPr/>
        </p:nvSpPr>
        <p:spPr>
          <a:xfrm>
            <a:off x="1371600" y="932688"/>
            <a:ext cx="9966960" cy="256032"/>
          </a:xfrm>
          <a:prstGeom prst="rect">
            <a:avLst/>
          </a:prstGeom>
          <a:noFill/>
        </p:spPr>
        <p:txBody>
          <a:bodyPr wrap="square" lIns="0" rIns="0" tIns="0" bIns="0" anchor="t">
            <a:spAutoFit/>
          </a:bodyPr>
          <a:lstStyle/>
          <a:p>
            <a:pPr algn="l">
              <a:lnSpc>
                <a:spcPct val="115000"/>
              </a:lnSpc>
              <a:spcBef>
                <a:spcPts val="0"/>
              </a:spcBef>
              <a:spcAft>
                <a:spcPts val="0"/>
              </a:spcAft>
            </a:pPr>
            <a:r>
              <a:rPr sz="1400" b="1">
                <a:solidFill>
                  <a:srgbClr val="FFFFFF"/>
                </a:solidFill>
                <a:latin typeface="Calibri"/>
              </a:rPr>
              <a:t>AI where judgement is needed, plain code everywhere else</a:t>
            </a:r>
          </a:p>
        </p:txBody>
      </p:sp>
      <p:sp>
        <p:nvSpPr>
          <p:cNvPr id="8" name="TextBox 7"/>
          <p:cNvSpPr txBox="1"/>
          <p:nvPr/>
        </p:nvSpPr>
        <p:spPr>
          <a:xfrm>
            <a:off x="1371600" y="1225296"/>
            <a:ext cx="9966960" cy="365760"/>
          </a:xfrm>
          <a:prstGeom prst="rect">
            <a:avLst/>
          </a:prstGeom>
          <a:noFill/>
        </p:spPr>
        <p:txBody>
          <a:bodyPr wrap="square" lIns="0" rIns="0" tIns="0" bIns="0" anchor="t">
            <a:spAutoFit/>
          </a:bodyPr>
          <a:lstStyle/>
          <a:p>
            <a:pPr algn="l">
              <a:lnSpc>
                <a:spcPct val="110000"/>
              </a:lnSpc>
              <a:spcBef>
                <a:spcPts val="0"/>
              </a:spcBef>
              <a:spcAft>
                <a:spcPts val="0"/>
              </a:spcAft>
            </a:pPr>
            <a:r>
              <a:rPr sz="1150" b="0">
                <a:solidFill>
                  <a:srgbClr val="F0E8D8"/>
                </a:solidFill>
                <a:latin typeface="Calibri"/>
              </a:rPr>
              <a:t>Each stage uses the model only where the alternative would be a brittle rule.</a:t>
            </a:r>
          </a:p>
        </p:txBody>
      </p:sp>
      <p:sp>
        <p:nvSpPr>
          <p:cNvPr id="9" name="Rounded Rectangle 8"/>
          <p:cNvSpPr/>
          <p:nvPr/>
        </p:nvSpPr>
        <p:spPr>
          <a:xfrm>
            <a:off x="502920" y="2057400"/>
            <a:ext cx="5440680" cy="3566160"/>
          </a:xfrm>
          <a:prstGeom prst="roundRect">
            <a:avLst>
              <a:gd name="adj" fmla="val 3000"/>
            </a:avLst>
          </a:prstGeom>
          <a:solidFill>
            <a:srgbClr val="FAF5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2267712"/>
            <a:ext cx="4846320" cy="256032"/>
          </a:xfrm>
          <a:prstGeom prst="rect">
            <a:avLst/>
          </a:prstGeom>
          <a:noFill/>
        </p:spPr>
        <p:txBody>
          <a:bodyPr wrap="square" lIns="0" rIns="0" tIns="0" bIns="0" anchor="t">
            <a:spAutoFit/>
          </a:bodyPr>
          <a:lstStyle/>
          <a:p>
            <a:pPr algn="l">
              <a:lnSpc>
                <a:spcPct val="115000"/>
              </a:lnSpc>
              <a:spcBef>
                <a:spcPts val="0"/>
              </a:spcBef>
              <a:spcAft>
                <a:spcPts val="0"/>
              </a:spcAft>
            </a:pPr>
            <a:r>
              <a:rPr sz="1000" b="1">
                <a:solidFill>
                  <a:srgbClr val="6B5B2E"/>
                </a:solidFill>
                <a:latin typeface="Calibri"/>
              </a:rPr>
              <a:t>WHERE THE AI EARNS ITS PLACE</a:t>
            </a:r>
          </a:p>
        </p:txBody>
      </p:sp>
      <p:sp>
        <p:nvSpPr>
          <p:cNvPr id="11" name="Oval 10"/>
          <p:cNvSpPr/>
          <p:nvPr/>
        </p:nvSpPr>
        <p:spPr>
          <a:xfrm>
            <a:off x="822960" y="2834640"/>
            <a:ext cx="365760" cy="365760"/>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000" b="1">
                <a:solidFill>
                  <a:srgbClr val="FFFFFF"/>
                </a:solidFill>
                <a:latin typeface="Calibri"/>
              </a:rPr>
              <a:t>1</a:t>
            </a:r>
          </a:p>
        </p:txBody>
      </p:sp>
      <p:sp>
        <p:nvSpPr>
          <p:cNvPr id="12" name="TextBox 11"/>
          <p:cNvSpPr txBox="1"/>
          <p:nvPr/>
        </p:nvSpPr>
        <p:spPr>
          <a:xfrm>
            <a:off x="1353312" y="2761488"/>
            <a:ext cx="4343400" cy="777240"/>
          </a:xfrm>
          <a:prstGeom prst="rect">
            <a:avLst/>
          </a:prstGeom>
          <a:noFill/>
        </p:spPr>
        <p:txBody>
          <a:bodyPr wrap="square" lIns="0" rIns="0" tIns="0" bIns="0" anchor="t">
            <a:spAutoFit/>
          </a:bodyPr>
          <a:lstStyle/>
          <a:p>
            <a:pPr algn="l">
              <a:lnSpc>
                <a:spcPct val="115000"/>
              </a:lnSpc>
              <a:spcBef>
                <a:spcPts val="0"/>
              </a:spcBef>
              <a:spcAft>
                <a:spcPts val="400"/>
              </a:spcAft>
            </a:pPr>
            <a:r>
              <a:rPr sz="1300" b="1">
                <a:solidFill>
                  <a:srgbClr val="3E3428"/>
                </a:solidFill>
                <a:latin typeface="Cambria"/>
              </a:rPr>
              <a:t>Reads any layout</a:t>
            </a:r>
          </a:p>
          <a:p>
            <a:pPr algn="l">
              <a:lnSpc>
                <a:spcPct val="115000"/>
              </a:lnSpc>
              <a:spcBef>
                <a:spcPts val="0"/>
              </a:spcBef>
              <a:spcAft>
                <a:spcPts val="0"/>
              </a:spcAft>
            </a:pPr>
            <a:r>
              <a:rPr sz="1100" b="0">
                <a:solidFill>
                  <a:srgbClr val="6E6455"/>
                </a:solidFill>
                <a:latin typeface="Calibri"/>
              </a:rPr>
              <a:t>One prompt replaces a template per vendor.</a:t>
            </a:r>
          </a:p>
        </p:txBody>
      </p:sp>
      <p:sp>
        <p:nvSpPr>
          <p:cNvPr id="13" name="Oval 12"/>
          <p:cNvSpPr/>
          <p:nvPr/>
        </p:nvSpPr>
        <p:spPr>
          <a:xfrm>
            <a:off x="822960" y="3767328"/>
            <a:ext cx="365760" cy="365760"/>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000" b="1">
                <a:solidFill>
                  <a:srgbClr val="FFFFFF"/>
                </a:solidFill>
                <a:latin typeface="Calibri"/>
              </a:rPr>
              <a:t>2</a:t>
            </a:r>
          </a:p>
        </p:txBody>
      </p:sp>
      <p:sp>
        <p:nvSpPr>
          <p:cNvPr id="14" name="TextBox 13"/>
          <p:cNvSpPr txBox="1"/>
          <p:nvPr/>
        </p:nvSpPr>
        <p:spPr>
          <a:xfrm>
            <a:off x="1353312" y="3694176"/>
            <a:ext cx="4343400" cy="777240"/>
          </a:xfrm>
          <a:prstGeom prst="rect">
            <a:avLst/>
          </a:prstGeom>
          <a:noFill/>
        </p:spPr>
        <p:txBody>
          <a:bodyPr wrap="square" lIns="0" rIns="0" tIns="0" bIns="0" anchor="t">
            <a:spAutoFit/>
          </a:bodyPr>
          <a:lstStyle/>
          <a:p>
            <a:pPr algn="l">
              <a:lnSpc>
                <a:spcPct val="115000"/>
              </a:lnSpc>
              <a:spcBef>
                <a:spcPts val="0"/>
              </a:spcBef>
              <a:spcAft>
                <a:spcPts val="400"/>
              </a:spcAft>
            </a:pPr>
            <a:r>
              <a:rPr sz="1300" b="1">
                <a:solidFill>
                  <a:srgbClr val="3E3428"/>
                </a:solidFill>
                <a:latin typeface="Cambria"/>
              </a:rPr>
              <a:t>Decides how to read</a:t>
            </a:r>
          </a:p>
          <a:p>
            <a:pPr algn="l">
              <a:lnSpc>
                <a:spcPct val="115000"/>
              </a:lnSpc>
              <a:spcBef>
                <a:spcPts val="0"/>
              </a:spcBef>
              <a:spcAft>
                <a:spcPts val="0"/>
              </a:spcAft>
            </a:pPr>
            <a:r>
              <a:rPr sz="1100" b="0">
                <a:solidFill>
                  <a:srgbClr val="6E6455"/>
                </a:solidFill>
                <a:latin typeface="Calibri"/>
              </a:rPr>
              <a:t>Each document is routed to the right rules.</a:t>
            </a:r>
          </a:p>
        </p:txBody>
      </p:sp>
      <p:sp>
        <p:nvSpPr>
          <p:cNvPr id="15" name="Oval 14"/>
          <p:cNvSpPr/>
          <p:nvPr/>
        </p:nvSpPr>
        <p:spPr>
          <a:xfrm>
            <a:off x="822960" y="4700016"/>
            <a:ext cx="365760" cy="365760"/>
          </a:xfrm>
          <a:prstGeom prst="ellipse">
            <a:avLst/>
          </a:prstGeom>
          <a:solidFill>
            <a:srgbClr val="8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6000"/>
              </a:lnSpc>
              <a:spcAft>
                <a:spcPts val="200"/>
              </a:spcAft>
            </a:pPr>
            <a:r>
              <a:rPr sz="1000" b="1">
                <a:solidFill>
                  <a:srgbClr val="FFFFFF"/>
                </a:solidFill>
                <a:latin typeface="Calibri"/>
              </a:rPr>
              <a:t>3</a:t>
            </a:r>
          </a:p>
        </p:txBody>
      </p:sp>
      <p:sp>
        <p:nvSpPr>
          <p:cNvPr id="16" name="TextBox 15"/>
          <p:cNvSpPr txBox="1"/>
          <p:nvPr/>
        </p:nvSpPr>
        <p:spPr>
          <a:xfrm>
            <a:off x="1353312" y="4626864"/>
            <a:ext cx="4343400" cy="777240"/>
          </a:xfrm>
          <a:prstGeom prst="rect">
            <a:avLst/>
          </a:prstGeom>
          <a:noFill/>
        </p:spPr>
        <p:txBody>
          <a:bodyPr wrap="square" lIns="0" rIns="0" tIns="0" bIns="0" anchor="t">
            <a:spAutoFit/>
          </a:bodyPr>
          <a:lstStyle/>
          <a:p>
            <a:pPr algn="l">
              <a:lnSpc>
                <a:spcPct val="115000"/>
              </a:lnSpc>
              <a:spcBef>
                <a:spcPts val="0"/>
              </a:spcBef>
              <a:spcAft>
                <a:spcPts val="400"/>
              </a:spcAft>
            </a:pPr>
            <a:r>
              <a:rPr sz="1300" b="1">
                <a:solidFill>
                  <a:srgbClr val="3E3428"/>
                </a:solidFill>
                <a:latin typeface="Cambria"/>
              </a:rPr>
              <a:t>Fails safely</a:t>
            </a:r>
          </a:p>
          <a:p>
            <a:pPr algn="l">
              <a:lnSpc>
                <a:spcPct val="115000"/>
              </a:lnSpc>
              <a:spcBef>
                <a:spcPts val="0"/>
              </a:spcBef>
              <a:spcAft>
                <a:spcPts val="0"/>
              </a:spcAft>
            </a:pPr>
            <a:r>
              <a:rPr sz="1100" b="0">
                <a:solidFill>
                  <a:srgbClr val="6E6455"/>
                </a:solidFill>
                <a:latin typeface="Calibri"/>
              </a:rPr>
              <a:t>Anything unclear falls back and logs a warning.</a:t>
            </a:r>
          </a:p>
        </p:txBody>
      </p:sp>
      <p:sp>
        <p:nvSpPr>
          <p:cNvPr id="17" name="Rounded Rectangle 16"/>
          <p:cNvSpPr/>
          <p:nvPr/>
        </p:nvSpPr>
        <p:spPr>
          <a:xfrm>
            <a:off x="6217920" y="2057400"/>
            <a:ext cx="5440680" cy="3566160"/>
          </a:xfrm>
          <a:prstGeom prst="roundRect">
            <a:avLst>
              <a:gd name="adj" fmla="val 3000"/>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37960" y="2267712"/>
            <a:ext cx="4846320" cy="256032"/>
          </a:xfrm>
          <a:prstGeom prst="rect">
            <a:avLst/>
          </a:prstGeom>
          <a:noFill/>
        </p:spPr>
        <p:txBody>
          <a:bodyPr wrap="square" lIns="0" rIns="0" tIns="0" bIns="0" anchor="t">
            <a:spAutoFit/>
          </a:bodyPr>
          <a:lstStyle/>
          <a:p>
            <a:pPr algn="l">
              <a:lnSpc>
                <a:spcPct val="115000"/>
              </a:lnSpc>
              <a:spcBef>
                <a:spcPts val="0"/>
              </a:spcBef>
              <a:spcAft>
                <a:spcPts val="0"/>
              </a:spcAft>
            </a:pPr>
            <a:r>
              <a:rPr sz="1000" b="1">
                <a:solidFill>
                  <a:srgbClr val="6B5B2E"/>
                </a:solidFill>
                <a:latin typeface="Calibri"/>
              </a:rPr>
              <a:t>WHAT IT DELIVERS</a:t>
            </a:r>
          </a:p>
        </p:txBody>
      </p:sp>
      <p:sp>
        <p:nvSpPr>
          <p:cNvPr id="19" name="Rounded Rectangle 18"/>
          <p:cNvSpPr/>
          <p:nvPr/>
        </p:nvSpPr>
        <p:spPr>
          <a:xfrm>
            <a:off x="6537960" y="2761488"/>
            <a:ext cx="4800600" cy="804672"/>
          </a:xfrm>
          <a:prstGeom prst="roundRect">
            <a:avLst>
              <a:gd name="adj" fmla="val 12000"/>
            </a:avLst>
          </a:prstGeom>
          <a:solidFill>
            <a:srgbClr val="FFFFFF"/>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37960" y="2761488"/>
            <a:ext cx="91440" cy="804672"/>
          </a:xfrm>
          <a:prstGeom prst="rect">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12280" y="2880360"/>
            <a:ext cx="4389120" cy="640080"/>
          </a:xfrm>
          <a:prstGeom prst="rect">
            <a:avLst/>
          </a:prstGeom>
          <a:noFill/>
        </p:spPr>
        <p:txBody>
          <a:bodyPr wrap="square" lIns="0" rIns="0" tIns="0" bIns="0" anchor="t">
            <a:spAutoFit/>
          </a:bodyPr>
          <a:lstStyle/>
          <a:p>
            <a:pPr algn="l">
              <a:lnSpc>
                <a:spcPct val="115000"/>
              </a:lnSpc>
              <a:spcBef>
                <a:spcPts val="0"/>
              </a:spcBef>
              <a:spcAft>
                <a:spcPts val="300"/>
              </a:spcAft>
            </a:pPr>
            <a:r>
              <a:rPr sz="1300" b="1">
                <a:solidFill>
                  <a:srgbClr val="3E3428"/>
                </a:solidFill>
                <a:latin typeface="Cambria"/>
              </a:rPr>
              <a:t>Minutes, not hours</a:t>
            </a:r>
          </a:p>
          <a:p>
            <a:pPr algn="l">
              <a:lnSpc>
                <a:spcPct val="115000"/>
              </a:lnSpc>
              <a:spcBef>
                <a:spcPts val="0"/>
              </a:spcBef>
              <a:spcAft>
                <a:spcPts val="0"/>
              </a:spcAft>
            </a:pPr>
            <a:r>
              <a:rPr sz="1050" b="0">
                <a:solidFill>
                  <a:srgbClr val="6E6455"/>
                </a:solidFill>
                <a:latin typeface="Calibri"/>
              </a:rPr>
              <a:t>A dozen invoices are staged before anyone opens the mail.</a:t>
            </a:r>
          </a:p>
        </p:txBody>
      </p:sp>
      <p:sp>
        <p:nvSpPr>
          <p:cNvPr id="22" name="Rounded Rectangle 21"/>
          <p:cNvSpPr/>
          <p:nvPr/>
        </p:nvSpPr>
        <p:spPr>
          <a:xfrm>
            <a:off x="6537960" y="3694176"/>
            <a:ext cx="4800600" cy="804672"/>
          </a:xfrm>
          <a:prstGeom prst="roundRect">
            <a:avLst>
              <a:gd name="adj" fmla="val 12000"/>
            </a:avLst>
          </a:prstGeom>
          <a:solidFill>
            <a:srgbClr val="FFFFFF"/>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37960" y="3694176"/>
            <a:ext cx="91440" cy="804672"/>
          </a:xfrm>
          <a:prstGeom prst="rect">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12280" y="3813048"/>
            <a:ext cx="4389120" cy="640080"/>
          </a:xfrm>
          <a:prstGeom prst="rect">
            <a:avLst/>
          </a:prstGeom>
          <a:noFill/>
        </p:spPr>
        <p:txBody>
          <a:bodyPr wrap="square" lIns="0" rIns="0" tIns="0" bIns="0" anchor="t">
            <a:spAutoFit/>
          </a:bodyPr>
          <a:lstStyle/>
          <a:p>
            <a:pPr algn="l">
              <a:lnSpc>
                <a:spcPct val="115000"/>
              </a:lnSpc>
              <a:spcBef>
                <a:spcPts val="0"/>
              </a:spcBef>
              <a:spcAft>
                <a:spcPts val="300"/>
              </a:spcAft>
            </a:pPr>
            <a:r>
              <a:rPr sz="1300" b="1">
                <a:solidFill>
                  <a:srgbClr val="3E3428"/>
                </a:solidFill>
                <a:latin typeface="Cambria"/>
              </a:rPr>
              <a:t>No template upkeep</a:t>
            </a:r>
          </a:p>
          <a:p>
            <a:pPr algn="l">
              <a:lnSpc>
                <a:spcPct val="115000"/>
              </a:lnSpc>
              <a:spcBef>
                <a:spcPts val="0"/>
              </a:spcBef>
              <a:spcAft>
                <a:spcPts val="0"/>
              </a:spcAft>
            </a:pPr>
            <a:r>
              <a:rPr sz="1050" b="0">
                <a:solidFill>
                  <a:srgbClr val="6E6455"/>
                </a:solidFill>
                <a:latin typeface="Calibri"/>
              </a:rPr>
              <a:t>A new vendor layout needs no configuration.</a:t>
            </a:r>
          </a:p>
        </p:txBody>
      </p:sp>
      <p:sp>
        <p:nvSpPr>
          <p:cNvPr id="25" name="Rounded Rectangle 24"/>
          <p:cNvSpPr/>
          <p:nvPr/>
        </p:nvSpPr>
        <p:spPr>
          <a:xfrm>
            <a:off x="6537960" y="4626864"/>
            <a:ext cx="4800600" cy="804672"/>
          </a:xfrm>
          <a:prstGeom prst="roundRect">
            <a:avLst>
              <a:gd name="adj" fmla="val 12000"/>
            </a:avLst>
          </a:prstGeom>
          <a:solidFill>
            <a:srgbClr val="FFFFFF"/>
          </a:solidFill>
          <a:ln w="10160">
            <a:solidFill>
              <a:srgbClr val="C8BE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537960" y="4626864"/>
            <a:ext cx="91440" cy="804672"/>
          </a:xfrm>
          <a:prstGeom prst="rect">
            <a:avLst/>
          </a:prstGeom>
          <a:solidFill>
            <a:srgbClr val="0019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12280" y="4745736"/>
            <a:ext cx="4389120" cy="640080"/>
          </a:xfrm>
          <a:prstGeom prst="rect">
            <a:avLst/>
          </a:prstGeom>
          <a:noFill/>
        </p:spPr>
        <p:txBody>
          <a:bodyPr wrap="square" lIns="0" rIns="0" tIns="0" bIns="0" anchor="t">
            <a:spAutoFit/>
          </a:bodyPr>
          <a:lstStyle/>
          <a:p>
            <a:pPr algn="l">
              <a:lnSpc>
                <a:spcPct val="115000"/>
              </a:lnSpc>
              <a:spcBef>
                <a:spcPts val="0"/>
              </a:spcBef>
              <a:spcAft>
                <a:spcPts val="300"/>
              </a:spcAft>
            </a:pPr>
            <a:r>
              <a:rPr sz="1300" b="1">
                <a:solidFill>
                  <a:srgbClr val="3E3428"/>
                </a:solidFill>
                <a:latin typeface="Cambria"/>
              </a:rPr>
              <a:t>Human stays in control</a:t>
            </a:r>
          </a:p>
          <a:p>
            <a:pPr algn="l">
              <a:lnSpc>
                <a:spcPct val="115000"/>
              </a:lnSpc>
              <a:spcBef>
                <a:spcPts val="0"/>
              </a:spcBef>
              <a:spcAft>
                <a:spcPts val="0"/>
              </a:spcAft>
            </a:pPr>
            <a:r>
              <a:rPr sz="1050" b="0">
                <a:solidFill>
                  <a:srgbClr val="6E6455"/>
                </a:solidFill>
                <a:latin typeface="Calibri"/>
              </a:rPr>
              <a:t>Nothing posts without an explicit approval.</a:t>
            </a:r>
          </a:p>
        </p:txBody>
      </p:sp>
      <p:pic>
        <p:nvPicPr>
          <p:cNvPr id="28" name="Picture 27" descr="image.png"/>
          <p:cNvPicPr>
            <a:picLocks noChangeAspect="1"/>
          </p:cNvPicPr>
          <p:nvPr/>
        </p:nvPicPr>
        <p:blipFill>
          <a:blip r:embed="rId3"/>
          <a:stretch>
            <a:fillRect/>
          </a:stretch>
        </p:blipFill>
        <p:spPr>
          <a:xfrm>
            <a:off x="502920" y="5888736"/>
            <a:ext cx="256032" cy="256032"/>
          </a:xfrm>
          <a:prstGeom prst="rect">
            <a:avLst/>
          </a:prstGeom>
        </p:spPr>
      </p:pic>
      <p:sp>
        <p:nvSpPr>
          <p:cNvPr id="29" name="TextBox 28"/>
          <p:cNvSpPr txBox="1"/>
          <p:nvPr/>
        </p:nvSpPr>
        <p:spPr>
          <a:xfrm>
            <a:off x="896112" y="5870448"/>
            <a:ext cx="10835640" cy="310896"/>
          </a:xfrm>
          <a:prstGeom prst="rect">
            <a:avLst/>
          </a:prstGeom>
          <a:noFill/>
        </p:spPr>
        <p:txBody>
          <a:bodyPr wrap="square" lIns="0" rIns="0" tIns="0" bIns="0" anchor="t">
            <a:spAutoFit/>
          </a:bodyPr>
          <a:lstStyle/>
          <a:p>
            <a:pPr>
              <a:lnSpc>
                <a:spcPct val="110000"/>
              </a:lnSpc>
            </a:pPr>
            <a:r>
              <a:rPr sz="1000" b="1">
                <a:solidFill>
                  <a:srgbClr val="6B5B2E"/>
                </a:solidFill>
                <a:latin typeface="Calibri"/>
              </a:rPr>
              <a:t>Design Principle：</a:t>
            </a:r>
            <a:r>
              <a:rPr sz="1000">
                <a:solidFill>
                  <a:srgbClr val="6E6455"/>
                </a:solidFill>
                <a:latin typeface="Calibri"/>
              </a:rPr>
              <a:t>The AI proposes and a person disposes — autonomy in the reading, accountability in the approving.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28224&quot;&gt;&lt;version val=&quot;3565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Beam_Basic">
  <a:themeElements>
    <a:clrScheme name="AB">
      <a:dk1>
        <a:sysClr val="windowText" lastClr="000000"/>
      </a:dk1>
      <a:lt1>
        <a:sysClr val="window" lastClr="FFFFFF"/>
      </a:lt1>
      <a:dk2>
        <a:srgbClr val="000000"/>
      </a:dk2>
      <a:lt2>
        <a:srgbClr val="FFFFFF"/>
      </a:lt2>
      <a:accent1>
        <a:srgbClr val="001964"/>
      </a:accent1>
      <a:accent2>
        <a:srgbClr val="7D6E59"/>
      </a:accent2>
      <a:accent3>
        <a:srgbClr val="F0EBE3"/>
      </a:accent3>
      <a:accent4>
        <a:srgbClr val="333333"/>
      </a:accent4>
      <a:accent5>
        <a:srgbClr val="C8BEAA"/>
      </a:accent5>
      <a:accent6>
        <a:srgbClr val="FFFFFF"/>
      </a:accent6>
      <a:hlink>
        <a:srgbClr val="001964"/>
      </a:hlink>
      <a:folHlink>
        <a:srgbClr val="001964"/>
      </a:folHlink>
    </a:clrScheme>
    <a:fontScheme name="ユーザー定義 2">
      <a:majorFont>
        <a:latin typeface="Segoe UI"/>
        <a:ea typeface="游ゴシック"/>
        <a:cs typeface=""/>
      </a:majorFont>
      <a:minorFont>
        <a:latin typeface="Segoe UI"/>
        <a:ea typeface="游ゴシック Mediu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0EBE3"/>
        </a:solidFill>
        <a:ln w="3175"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600" dirty="0" err="1" smtClean="0">
            <a:cs typeface="Meiryo UI" panose="020B0604030504040204" pitchFamily="50" charset="-128"/>
          </a:defRPr>
        </a:defPPr>
      </a:lstStyle>
    </a:spDef>
    <a:lnDef>
      <a:spPr bwMode="auto">
        <a:solidFill>
          <a:schemeClr val="accent1"/>
        </a:solidFill>
        <a:ln w="317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lgn="l">
          <a:defRPr kumimoji="1" sz="1650" dirty="0" smtClean="0">
            <a:latin typeface="Segoe UI" panose="020B0502040204020203" pitchFamily="34" charset="0"/>
            <a:cs typeface="Meiryo UI" panose="020B0604030504040204" pitchFamily="50" charset="-128"/>
          </a:defRPr>
        </a:defPPr>
      </a:lstStyle>
    </a:txDef>
  </a:objectDefaults>
  <a:extraClrSchemeLst>
    <a:extraClrScheme>
      <a:clrScheme name="ABeam_Basic 1">
        <a:dk1>
          <a:srgbClr val="000000"/>
        </a:dk1>
        <a:lt1>
          <a:srgbClr val="FFFFFF"/>
        </a:lt1>
        <a:dk2>
          <a:srgbClr val="FFFFFF"/>
        </a:dk2>
        <a:lt2>
          <a:srgbClr val="363636"/>
        </a:lt2>
        <a:accent1>
          <a:srgbClr val="D9E5EC"/>
        </a:accent1>
        <a:accent2>
          <a:srgbClr val="3FA6CC"/>
        </a:accent2>
        <a:accent3>
          <a:srgbClr val="FFFFFF"/>
        </a:accent3>
        <a:accent4>
          <a:srgbClr val="000000"/>
        </a:accent4>
        <a:accent5>
          <a:srgbClr val="E9F0F4"/>
        </a:accent5>
        <a:accent6>
          <a:srgbClr val="3896B9"/>
        </a:accent6>
        <a:hlink>
          <a:srgbClr val="4589AF"/>
        </a:hlink>
        <a:folHlink>
          <a:srgbClr val="8FB5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プレゼンテーション3" id="{06212291-CE7A-4F29-B7FE-27484D8B303E}" vid="{A592B1DA-C28C-4983-9970-7D2C1250CF5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B434401B21C042A17393691D9DD648" ma:contentTypeVersion="7" ma:contentTypeDescription="Create a new document." ma:contentTypeScope="" ma:versionID="d7ded1ff3fcd68555d81b58047380f53">
  <xsd:schema xmlns:xsd="http://www.w3.org/2001/XMLSchema" xmlns:xs="http://www.w3.org/2001/XMLSchema" xmlns:p="http://schemas.microsoft.com/office/2006/metadata/properties" xmlns:ns2="bf0d858b-a55c-499a-ae6d-4f9802bb29d4" targetNamespace="http://schemas.microsoft.com/office/2006/metadata/properties" ma:root="true" ma:fieldsID="e54aad30ac17be75ab9858293a068e3e" ns2:_="">
    <xsd:import namespace="bf0d858b-a55c-499a-ae6d-4f9802bb29d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0d858b-a55c-499a-ae6d-4f9802bb29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7273CC4-5E93-4165-990C-58103C1F49A7}">
  <ds:schemaRefs>
    <ds:schemaRef ds:uri="http://schemas.microsoft.com/sharepoint/v3/contenttype/forms"/>
  </ds:schemaRefs>
</ds:datastoreItem>
</file>

<file path=customXml/itemProps2.xml><?xml version="1.0" encoding="utf-8"?>
<ds:datastoreItem xmlns:ds="http://schemas.openxmlformats.org/officeDocument/2006/customXml" ds:itemID="{D056DFAE-8E96-4537-B1C0-34AB0558292E}">
  <ds:schemaRefs>
    <ds:schemaRef ds:uri="bf0d858b-a55c-499a-ae6d-4f9802bb29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91E6677-267A-4DD9-A67E-48A3127FC143}">
  <ds:schemaRefs>
    <ds:schemaRef ds:uri="bf0d858b-a55c-499a-ae6d-4f9802bb29d4"/>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http://purl.org/dc/elements/1.1/"/>
    <ds:schemaRef ds:uri="http://www.w3.org/XML/1998/namespace"/>
    <ds:schemaRef ds:uri="http://purl.org/dc/terms/"/>
    <ds:schemaRef ds:uri="http://schemas.microsoft.com/office/2006/metadata/properties"/>
  </ds:schemaRefs>
</ds:datastoreItem>
</file>

<file path=docMetadata/LabelInfo.xml><?xml version="1.0" encoding="utf-8"?>
<clbl:labelList xmlns:clbl="http://schemas.microsoft.com/office/2020/mipLabelMetadata">
  <clbl:label id="{436fffe2-e74d-4f21-833f-6f054a10cb50}" enabled="1" method="Privileged" siteId="{a4dd5294-24e4-4102-8420-cb86d0baae1e}" removed="0"/>
</clbl:labelList>
</file>

<file path=docProps/app.xml><?xml version="1.0" encoding="utf-8"?>
<Properties xmlns="http://schemas.openxmlformats.org/officeDocument/2006/extended-properties" xmlns:vt="http://schemas.openxmlformats.org/officeDocument/2006/docPropsVTypes">
  <Template>ワイドパブリックテンプレ</Template>
  <TotalTime>65013</TotalTime>
  <Words>282</Words>
  <Application>Microsoft Office PowerPoint</Application>
  <PresentationFormat>ワイド画面</PresentationFormat>
  <Paragraphs>35</Paragraphs>
  <Slides>3</Slides>
  <Notes>1</Notes>
  <HiddenSlides>0</HiddenSlides>
  <MMClips>0</MMClips>
  <ScaleCrop>false</ScaleCrop>
  <HeadingPairs>
    <vt:vector size="8" baseType="variant">
      <vt:variant>
        <vt:lpstr>使用されているフォント</vt:lpstr>
      </vt:variant>
      <vt:variant>
        <vt:i4>10</vt:i4>
      </vt:variant>
      <vt:variant>
        <vt:lpstr>テーマ</vt:lpstr>
      </vt:variant>
      <vt:variant>
        <vt:i4>1</vt:i4>
      </vt:variant>
      <vt:variant>
        <vt:lpstr>埋め込まれた OLE サーバー</vt:lpstr>
      </vt:variant>
      <vt:variant>
        <vt:i4>1</vt:i4>
      </vt:variant>
      <vt:variant>
        <vt:lpstr>スライド タイトル</vt:lpstr>
      </vt:variant>
      <vt:variant>
        <vt:i4>3</vt:i4>
      </vt:variant>
    </vt:vector>
  </HeadingPairs>
  <TitlesOfParts>
    <vt:vector size="15" baseType="lpstr">
      <vt:lpstr>Meiryo UI</vt:lpstr>
      <vt:lpstr>游ゴシック</vt:lpstr>
      <vt:lpstr>游ゴシック</vt:lpstr>
      <vt:lpstr>游ゴシック Medium</vt:lpstr>
      <vt:lpstr>游ゴシック Medium</vt:lpstr>
      <vt:lpstr>Arial</vt:lpstr>
      <vt:lpstr>Calibri</vt:lpstr>
      <vt:lpstr>Cambria</vt:lpstr>
      <vt:lpstr>Segoe UI</vt:lpstr>
      <vt:lpstr>Wingdings</vt:lpstr>
      <vt:lpstr>ABeam_Basic</vt:lpstr>
      <vt:lpstr>think-cellスライド</vt:lpstr>
      <vt:lpstr>AI Skill Requirement</vt:lpstr>
      <vt:lpstr>AI Talent Skill Requirements Map</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Hara, Ichiro (JP - AB 原 市郎)</dc:creator>
  <cp:lastModifiedBy>Hayashi, Yosuke (JP - AB 林 陽介)</cp:lastModifiedBy>
  <cp:revision>267</cp:revision>
  <dcterms:created xsi:type="dcterms:W3CDTF">2025-02-27T04:17:17Z</dcterms:created>
  <dcterms:modified xsi:type="dcterms:W3CDTF">2026-07-16T03:43:43Z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36fffe2-e74d-4f21-833f-6f054a10cb50_ContentBits">
    <vt:lpwstr>0</vt:lpwstr>
  </property>
  <property fmtid="{D5CDD505-2E9C-101B-9397-08002B2CF9AE}" pid="3" name="MediaServiceImageTags">
    <vt:lpwstr/>
  </property>
  <property fmtid="{D5CDD505-2E9C-101B-9397-08002B2CF9AE}" pid="4" name="MSIP_Label_436fffe2-e74d-4f21-833f-6f054a10cb50_Name">
    <vt:lpwstr>436fffe2-e74d-4f21-833f-6f054a10cb50</vt:lpwstr>
  </property>
  <property fmtid="{D5CDD505-2E9C-101B-9397-08002B2CF9AE}" pid="5" name="ContentTypeId">
    <vt:lpwstr>0x01010033B434401B21C042A17393691D9DD648</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SIP_Label_436fffe2-e74d-4f21-833f-6f054a10cb50_SiteId">
    <vt:lpwstr>a4dd5294-24e4-4102-8420-cb86d0baae1e</vt:lpwstr>
  </property>
  <property fmtid="{D5CDD505-2E9C-101B-9397-08002B2CF9AE}" pid="10" name="MSIP_Label_436fffe2-e74d-4f21-833f-6f054a10cb50_Method">
    <vt:lpwstr>Privileged</vt:lpwstr>
  </property>
  <property fmtid="{D5CDD505-2E9C-101B-9397-08002B2CF9AE}" pid="11" name="MSIP_Label_436fffe2-e74d-4f21-833f-6f054a10cb50_Enabled">
    <vt:lpwstr>true</vt:lpwstr>
  </property>
  <property fmtid="{D5CDD505-2E9C-101B-9397-08002B2CF9AE}" pid="12" name="MSIP_Label_436fffe2-e74d-4f21-833f-6f054a10cb50_ActionId">
    <vt:lpwstr>5aaec925-858b-41d5-83b9-9441eb46e7df</vt:lpwstr>
  </property>
  <property fmtid="{D5CDD505-2E9C-101B-9397-08002B2CF9AE}" pid="13" name="MSIP_Label_436fffe2-e74d-4f21-833f-6f054a10cb50_SetDate">
    <vt:lpwstr>2022-09-17T12:50:56Z</vt:lpwstr>
  </property>
</Properties>
</file>